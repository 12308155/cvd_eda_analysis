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73" r:id="rId11"/>
    <p:sldId id="274" r:id="rId12"/>
    <p:sldId id="275" r:id="rId13"/>
    <p:sldId id="264" r:id="rId14"/>
    <p:sldId id="265" r:id="rId15"/>
    <p:sldId id="276" r:id="rId16"/>
    <p:sldId id="277" r:id="rId17"/>
    <p:sldId id="278" r:id="rId18"/>
    <p:sldId id="266" r:id="rId19"/>
    <p:sldId id="279" r:id="rId20"/>
    <p:sldId id="280" r:id="rId21"/>
    <p:sldId id="267" r:id="rId22"/>
    <p:sldId id="268" r:id="rId23"/>
    <p:sldId id="269" r:id="rId24"/>
    <p:sldId id="281" r:id="rId25"/>
    <p:sldId id="283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71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A8E5F9-BE67-4619-9BA1-6B8DAE57CD8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46E047F-A540-42A9-8134-705358129018}">
      <dgm:prSet/>
      <dgm:spPr/>
      <dgm:t>
        <a:bodyPr/>
        <a:lstStyle/>
        <a:p>
          <a:r>
            <a:rPr lang="en-US"/>
            <a:t>To analyze health dataset and identify key risk factors for Cardiovascular Disease (CVD).</a:t>
          </a:r>
        </a:p>
      </dgm:t>
    </dgm:pt>
    <dgm:pt modelId="{67DB39B4-B3AC-4433-9CD2-FF7DDD0BFBF2}" type="parTrans" cxnId="{FC29403B-409E-439B-936E-5147FCF9928C}">
      <dgm:prSet/>
      <dgm:spPr/>
      <dgm:t>
        <a:bodyPr/>
        <a:lstStyle/>
        <a:p>
          <a:endParaRPr lang="en-US"/>
        </a:p>
      </dgm:t>
    </dgm:pt>
    <dgm:pt modelId="{8D017BA6-62DC-4BBB-89E2-6EBFA333B9DB}" type="sibTrans" cxnId="{FC29403B-409E-439B-936E-5147FCF9928C}">
      <dgm:prSet/>
      <dgm:spPr/>
      <dgm:t>
        <a:bodyPr/>
        <a:lstStyle/>
        <a:p>
          <a:endParaRPr lang="en-US"/>
        </a:p>
      </dgm:t>
    </dgm:pt>
    <dgm:pt modelId="{6431F71A-62D7-417C-A8A3-F66C0E0EEA72}">
      <dgm:prSet/>
      <dgm:spPr/>
      <dgm:t>
        <a:bodyPr/>
        <a:lstStyle/>
        <a:p>
          <a:r>
            <a:rPr lang="en-US"/>
            <a:t>To build predictive model for assessing patient risk levels.</a:t>
          </a:r>
          <a:br>
            <a:rPr lang="en-US"/>
          </a:br>
          <a:endParaRPr lang="en-US"/>
        </a:p>
      </dgm:t>
    </dgm:pt>
    <dgm:pt modelId="{E483B429-0F1A-4E1E-8464-18FAC6779337}" type="parTrans" cxnId="{6E9988AC-4BD0-48ED-BD65-DFF49C79B914}">
      <dgm:prSet/>
      <dgm:spPr/>
      <dgm:t>
        <a:bodyPr/>
        <a:lstStyle/>
        <a:p>
          <a:endParaRPr lang="en-US"/>
        </a:p>
      </dgm:t>
    </dgm:pt>
    <dgm:pt modelId="{D7EDB29B-31F3-404F-BF6D-DEF247B8DB15}" type="sibTrans" cxnId="{6E9988AC-4BD0-48ED-BD65-DFF49C79B914}">
      <dgm:prSet/>
      <dgm:spPr/>
      <dgm:t>
        <a:bodyPr/>
        <a:lstStyle/>
        <a:p>
          <a:endParaRPr lang="en-US"/>
        </a:p>
      </dgm:t>
    </dgm:pt>
    <dgm:pt modelId="{AE72429C-7196-444D-ABC4-88611379D82B}">
      <dgm:prSet/>
      <dgm:spPr/>
      <dgm:t>
        <a:bodyPr/>
        <a:lstStyle/>
        <a:p>
          <a:r>
            <a:rPr lang="en-US"/>
            <a:t>To create interactive Power BI dashboard for clear visualization.</a:t>
          </a:r>
        </a:p>
      </dgm:t>
    </dgm:pt>
    <dgm:pt modelId="{C7A5C23F-FC48-481A-92E2-7F3812FB7FC2}" type="parTrans" cxnId="{1B751248-065A-424A-B9EC-E24F4FA32DCF}">
      <dgm:prSet/>
      <dgm:spPr/>
      <dgm:t>
        <a:bodyPr/>
        <a:lstStyle/>
        <a:p>
          <a:endParaRPr lang="en-US"/>
        </a:p>
      </dgm:t>
    </dgm:pt>
    <dgm:pt modelId="{4BF608F8-F41C-46FB-8BA6-903639CD0125}" type="sibTrans" cxnId="{1B751248-065A-424A-B9EC-E24F4FA32DCF}">
      <dgm:prSet/>
      <dgm:spPr/>
      <dgm:t>
        <a:bodyPr/>
        <a:lstStyle/>
        <a:p>
          <a:endParaRPr lang="en-US"/>
        </a:p>
      </dgm:t>
    </dgm:pt>
    <dgm:pt modelId="{67B1557E-AC66-4A40-942C-760ABBF40CA1}" type="pres">
      <dgm:prSet presAssocID="{0EA8E5F9-BE67-4619-9BA1-6B8DAE57CD85}" presName="linear" presStyleCnt="0">
        <dgm:presLayoutVars>
          <dgm:animLvl val="lvl"/>
          <dgm:resizeHandles val="exact"/>
        </dgm:presLayoutVars>
      </dgm:prSet>
      <dgm:spPr/>
    </dgm:pt>
    <dgm:pt modelId="{9CB63FDE-7897-4F7E-A212-EFC87D9EFA74}" type="pres">
      <dgm:prSet presAssocID="{246E047F-A540-42A9-8134-70535812901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3205066-5D46-4D71-82BC-C76BD67A548F}" type="pres">
      <dgm:prSet presAssocID="{8D017BA6-62DC-4BBB-89E2-6EBFA333B9DB}" presName="spacer" presStyleCnt="0"/>
      <dgm:spPr/>
    </dgm:pt>
    <dgm:pt modelId="{B4249DA0-B7FC-4EC1-AA59-9C5B9FAFD866}" type="pres">
      <dgm:prSet presAssocID="{6431F71A-62D7-417C-A8A3-F66C0E0EEA7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5919115-2283-49B2-B162-CA743990FD42}" type="pres">
      <dgm:prSet presAssocID="{D7EDB29B-31F3-404F-BF6D-DEF247B8DB15}" presName="spacer" presStyleCnt="0"/>
      <dgm:spPr/>
    </dgm:pt>
    <dgm:pt modelId="{17D606D3-34F3-4A42-952A-FB44C41D56A5}" type="pres">
      <dgm:prSet presAssocID="{AE72429C-7196-444D-ABC4-88611379D82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1959003-BBA7-4395-B7B1-7880ECA608C6}" type="presOf" srcId="{6431F71A-62D7-417C-A8A3-F66C0E0EEA72}" destId="{B4249DA0-B7FC-4EC1-AA59-9C5B9FAFD866}" srcOrd="0" destOrd="0" presId="urn:microsoft.com/office/officeart/2005/8/layout/vList2"/>
    <dgm:cxn modelId="{FC29403B-409E-439B-936E-5147FCF9928C}" srcId="{0EA8E5F9-BE67-4619-9BA1-6B8DAE57CD85}" destId="{246E047F-A540-42A9-8134-705358129018}" srcOrd="0" destOrd="0" parTransId="{67DB39B4-B3AC-4433-9CD2-FF7DDD0BFBF2}" sibTransId="{8D017BA6-62DC-4BBB-89E2-6EBFA333B9DB}"/>
    <dgm:cxn modelId="{38BFA241-9DCE-4182-8B25-ED6F30820A6F}" type="presOf" srcId="{AE72429C-7196-444D-ABC4-88611379D82B}" destId="{17D606D3-34F3-4A42-952A-FB44C41D56A5}" srcOrd="0" destOrd="0" presId="urn:microsoft.com/office/officeart/2005/8/layout/vList2"/>
    <dgm:cxn modelId="{1B751248-065A-424A-B9EC-E24F4FA32DCF}" srcId="{0EA8E5F9-BE67-4619-9BA1-6B8DAE57CD85}" destId="{AE72429C-7196-444D-ABC4-88611379D82B}" srcOrd="2" destOrd="0" parTransId="{C7A5C23F-FC48-481A-92E2-7F3812FB7FC2}" sibTransId="{4BF608F8-F41C-46FB-8BA6-903639CD0125}"/>
    <dgm:cxn modelId="{6E9988AC-4BD0-48ED-BD65-DFF49C79B914}" srcId="{0EA8E5F9-BE67-4619-9BA1-6B8DAE57CD85}" destId="{6431F71A-62D7-417C-A8A3-F66C0E0EEA72}" srcOrd="1" destOrd="0" parTransId="{E483B429-0F1A-4E1E-8464-18FAC6779337}" sibTransId="{D7EDB29B-31F3-404F-BF6D-DEF247B8DB15}"/>
    <dgm:cxn modelId="{3C901FB1-7D25-4F77-969F-E38ADE1B6359}" type="presOf" srcId="{246E047F-A540-42A9-8134-705358129018}" destId="{9CB63FDE-7897-4F7E-A212-EFC87D9EFA74}" srcOrd="0" destOrd="0" presId="urn:microsoft.com/office/officeart/2005/8/layout/vList2"/>
    <dgm:cxn modelId="{12BCC4DD-612A-4E5D-8C51-F65B8DBA65C7}" type="presOf" srcId="{0EA8E5F9-BE67-4619-9BA1-6B8DAE57CD85}" destId="{67B1557E-AC66-4A40-942C-760ABBF40CA1}" srcOrd="0" destOrd="0" presId="urn:microsoft.com/office/officeart/2005/8/layout/vList2"/>
    <dgm:cxn modelId="{9A946D25-ED30-4078-99E7-E621EF9FC423}" type="presParOf" srcId="{67B1557E-AC66-4A40-942C-760ABBF40CA1}" destId="{9CB63FDE-7897-4F7E-A212-EFC87D9EFA74}" srcOrd="0" destOrd="0" presId="urn:microsoft.com/office/officeart/2005/8/layout/vList2"/>
    <dgm:cxn modelId="{E4DE3EB6-85D0-4438-A33C-49B4A54EEBD8}" type="presParOf" srcId="{67B1557E-AC66-4A40-942C-760ABBF40CA1}" destId="{73205066-5D46-4D71-82BC-C76BD67A548F}" srcOrd="1" destOrd="0" presId="urn:microsoft.com/office/officeart/2005/8/layout/vList2"/>
    <dgm:cxn modelId="{2CB77AC9-74EF-49F7-8A73-33A41EA0677A}" type="presParOf" srcId="{67B1557E-AC66-4A40-942C-760ABBF40CA1}" destId="{B4249DA0-B7FC-4EC1-AA59-9C5B9FAFD866}" srcOrd="2" destOrd="0" presId="urn:microsoft.com/office/officeart/2005/8/layout/vList2"/>
    <dgm:cxn modelId="{2143ACE7-E0C0-4E33-8129-24CB57C1505E}" type="presParOf" srcId="{67B1557E-AC66-4A40-942C-760ABBF40CA1}" destId="{55919115-2283-49B2-B162-CA743990FD42}" srcOrd="3" destOrd="0" presId="urn:microsoft.com/office/officeart/2005/8/layout/vList2"/>
    <dgm:cxn modelId="{8FD51001-B62F-4BB1-8E3A-CED76EBF4E73}" type="presParOf" srcId="{67B1557E-AC66-4A40-942C-760ABBF40CA1}" destId="{17D606D3-34F3-4A42-952A-FB44C41D56A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1D21F14-7AEF-4F31-96B3-3A9AB62ABD8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FD22341-17BE-4079-9651-45992D4926B6}">
      <dgm:prSet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 dirty="0"/>
            <a:t>Domain: Data Science &amp; Machine Learning</a:t>
          </a:r>
        </a:p>
      </dgm:t>
    </dgm:pt>
    <dgm:pt modelId="{96CD36A4-CC99-49DA-A7C3-5A5EF4DE8873}" type="parTrans" cxnId="{AE7EC022-4D52-452E-87F4-E2DE33942083}">
      <dgm:prSet/>
      <dgm:spPr/>
      <dgm:t>
        <a:bodyPr/>
        <a:lstStyle/>
        <a:p>
          <a:endParaRPr lang="en-US"/>
        </a:p>
      </dgm:t>
    </dgm:pt>
    <dgm:pt modelId="{F4B46161-03EC-43C4-9F61-515A2CABF5A2}" type="sibTrans" cxnId="{AE7EC022-4D52-452E-87F4-E2DE33942083}">
      <dgm:prSet/>
      <dgm:spPr/>
      <dgm:t>
        <a:bodyPr/>
        <a:lstStyle/>
        <a:p>
          <a:endParaRPr lang="en-US"/>
        </a:p>
      </dgm:t>
    </dgm:pt>
    <dgm:pt modelId="{CE25859F-2C08-4E4B-B02A-5CDCC0B62AF3}">
      <dgm:prSet/>
      <dgm:spPr/>
      <dgm:t>
        <a:bodyPr/>
        <a:lstStyle/>
        <a:p>
          <a:r>
            <a:rPr lang="en-US"/>
            <a:t>Tools: Python (Pandas, NumPy, Seaborn, Matplotlib, Scikit-learn), Power BI</a:t>
          </a:r>
        </a:p>
      </dgm:t>
    </dgm:pt>
    <dgm:pt modelId="{D3B97533-DE2E-4FBB-9566-AF1061E0593B}" type="parTrans" cxnId="{AAA27959-154B-4CFE-9059-66C54A74AB56}">
      <dgm:prSet/>
      <dgm:spPr/>
      <dgm:t>
        <a:bodyPr/>
        <a:lstStyle/>
        <a:p>
          <a:endParaRPr lang="en-US"/>
        </a:p>
      </dgm:t>
    </dgm:pt>
    <dgm:pt modelId="{2D487611-B1EE-4B29-8FC8-91648FBF3873}" type="sibTrans" cxnId="{AAA27959-154B-4CFE-9059-66C54A74AB56}">
      <dgm:prSet/>
      <dgm:spPr/>
      <dgm:t>
        <a:bodyPr/>
        <a:lstStyle/>
        <a:p>
          <a:endParaRPr lang="en-US"/>
        </a:p>
      </dgm:t>
    </dgm:pt>
    <dgm:pt modelId="{40451E8D-2742-47B8-A19B-4E7A77DB7FB0}">
      <dgm:prSet/>
      <dgm:spPr/>
      <dgm:t>
        <a:bodyPr/>
        <a:lstStyle/>
        <a:p>
          <a:r>
            <a:rPr lang="en-US"/>
            <a:t>IDE: Jupyter Notebook</a:t>
          </a:r>
        </a:p>
      </dgm:t>
    </dgm:pt>
    <dgm:pt modelId="{022E6234-9445-43EA-B6EE-F1CE54A1EC5F}" type="parTrans" cxnId="{91233E52-3F82-4D32-BC2D-57A8E4BD99E5}">
      <dgm:prSet/>
      <dgm:spPr/>
      <dgm:t>
        <a:bodyPr/>
        <a:lstStyle/>
        <a:p>
          <a:endParaRPr lang="en-US"/>
        </a:p>
      </dgm:t>
    </dgm:pt>
    <dgm:pt modelId="{6E3F5C2A-7DBE-4E01-9A30-12F787BE04BD}" type="sibTrans" cxnId="{91233E52-3F82-4D32-BC2D-57A8E4BD99E5}">
      <dgm:prSet/>
      <dgm:spPr/>
      <dgm:t>
        <a:bodyPr/>
        <a:lstStyle/>
        <a:p>
          <a:endParaRPr lang="en-US"/>
        </a:p>
      </dgm:t>
    </dgm:pt>
    <dgm:pt modelId="{887962BC-A332-47B8-94E0-AE97015F9A85}">
      <dgm:prSet/>
      <dgm:spPr/>
      <dgm:t>
        <a:bodyPr/>
        <a:lstStyle/>
        <a:p>
          <a:r>
            <a:rPr lang="en-US"/>
            <a:t>Duration: 10 June - 18 July 2025</a:t>
          </a:r>
        </a:p>
      </dgm:t>
    </dgm:pt>
    <dgm:pt modelId="{A0C7C8F8-2DC3-43C7-9E37-34ADCC9F0297}" type="parTrans" cxnId="{E1A9D655-A0DD-4F57-9718-CB4849C5E532}">
      <dgm:prSet/>
      <dgm:spPr/>
      <dgm:t>
        <a:bodyPr/>
        <a:lstStyle/>
        <a:p>
          <a:endParaRPr lang="en-US"/>
        </a:p>
      </dgm:t>
    </dgm:pt>
    <dgm:pt modelId="{19A572DD-B28B-4E7B-8013-7A01F371E23D}" type="sibTrans" cxnId="{E1A9D655-A0DD-4F57-9718-CB4849C5E532}">
      <dgm:prSet/>
      <dgm:spPr/>
      <dgm:t>
        <a:bodyPr/>
        <a:lstStyle/>
        <a:p>
          <a:endParaRPr lang="en-US"/>
        </a:p>
      </dgm:t>
    </dgm:pt>
    <dgm:pt modelId="{8397AD01-A234-4660-8905-05B590ABB2D9}" type="pres">
      <dgm:prSet presAssocID="{C1D21F14-7AEF-4F31-96B3-3A9AB62ABD84}" presName="linear" presStyleCnt="0">
        <dgm:presLayoutVars>
          <dgm:animLvl val="lvl"/>
          <dgm:resizeHandles val="exact"/>
        </dgm:presLayoutVars>
      </dgm:prSet>
      <dgm:spPr/>
    </dgm:pt>
    <dgm:pt modelId="{351925C0-9EF7-41DA-BAD2-7A4937C95032}" type="pres">
      <dgm:prSet presAssocID="{FFD22341-17BE-4079-9651-45992D4926B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4333035-15C8-494E-BB68-EF1F22931DD3}" type="pres">
      <dgm:prSet presAssocID="{F4B46161-03EC-43C4-9F61-515A2CABF5A2}" presName="spacer" presStyleCnt="0"/>
      <dgm:spPr/>
    </dgm:pt>
    <dgm:pt modelId="{65262A3C-F5FF-404F-94CF-79E55B32C2F0}" type="pres">
      <dgm:prSet presAssocID="{CE25859F-2C08-4E4B-B02A-5CDCC0B62AF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D22FC30-8261-42D3-98C6-104A2BD614D3}" type="pres">
      <dgm:prSet presAssocID="{2D487611-B1EE-4B29-8FC8-91648FBF3873}" presName="spacer" presStyleCnt="0"/>
      <dgm:spPr/>
    </dgm:pt>
    <dgm:pt modelId="{A7C5ACED-B6C4-4313-832A-3B5D49B63466}" type="pres">
      <dgm:prSet presAssocID="{40451E8D-2742-47B8-A19B-4E7A77DB7FB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E67D400-77B4-4F92-983D-9ADD75745C53}" type="pres">
      <dgm:prSet presAssocID="{6E3F5C2A-7DBE-4E01-9A30-12F787BE04BD}" presName="spacer" presStyleCnt="0"/>
      <dgm:spPr/>
    </dgm:pt>
    <dgm:pt modelId="{1BEC350A-0B04-476E-8ADB-76FBEDE8BEF9}" type="pres">
      <dgm:prSet presAssocID="{887962BC-A332-47B8-94E0-AE97015F9A8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E7EC022-4D52-452E-87F4-E2DE33942083}" srcId="{C1D21F14-7AEF-4F31-96B3-3A9AB62ABD84}" destId="{FFD22341-17BE-4079-9651-45992D4926B6}" srcOrd="0" destOrd="0" parTransId="{96CD36A4-CC99-49DA-A7C3-5A5EF4DE8873}" sibTransId="{F4B46161-03EC-43C4-9F61-515A2CABF5A2}"/>
    <dgm:cxn modelId="{31157C70-0DBE-4DAF-AC24-6B9344760E57}" type="presOf" srcId="{887962BC-A332-47B8-94E0-AE97015F9A85}" destId="{1BEC350A-0B04-476E-8ADB-76FBEDE8BEF9}" srcOrd="0" destOrd="0" presId="urn:microsoft.com/office/officeart/2005/8/layout/vList2"/>
    <dgm:cxn modelId="{91233E52-3F82-4D32-BC2D-57A8E4BD99E5}" srcId="{C1D21F14-7AEF-4F31-96B3-3A9AB62ABD84}" destId="{40451E8D-2742-47B8-A19B-4E7A77DB7FB0}" srcOrd="2" destOrd="0" parTransId="{022E6234-9445-43EA-B6EE-F1CE54A1EC5F}" sibTransId="{6E3F5C2A-7DBE-4E01-9A30-12F787BE04BD}"/>
    <dgm:cxn modelId="{8C6AC852-9207-4142-91C9-91CF1196A550}" type="presOf" srcId="{CE25859F-2C08-4E4B-B02A-5CDCC0B62AF3}" destId="{65262A3C-F5FF-404F-94CF-79E55B32C2F0}" srcOrd="0" destOrd="0" presId="urn:microsoft.com/office/officeart/2005/8/layout/vList2"/>
    <dgm:cxn modelId="{E1A9D655-A0DD-4F57-9718-CB4849C5E532}" srcId="{C1D21F14-7AEF-4F31-96B3-3A9AB62ABD84}" destId="{887962BC-A332-47B8-94E0-AE97015F9A85}" srcOrd="3" destOrd="0" parTransId="{A0C7C8F8-2DC3-43C7-9E37-34ADCC9F0297}" sibTransId="{19A572DD-B28B-4E7B-8013-7A01F371E23D}"/>
    <dgm:cxn modelId="{AAA27959-154B-4CFE-9059-66C54A74AB56}" srcId="{C1D21F14-7AEF-4F31-96B3-3A9AB62ABD84}" destId="{CE25859F-2C08-4E4B-B02A-5CDCC0B62AF3}" srcOrd="1" destOrd="0" parTransId="{D3B97533-DE2E-4FBB-9566-AF1061E0593B}" sibTransId="{2D487611-B1EE-4B29-8FC8-91648FBF3873}"/>
    <dgm:cxn modelId="{E59A149B-E50E-4363-BF5A-0EFB25534EE1}" type="presOf" srcId="{C1D21F14-7AEF-4F31-96B3-3A9AB62ABD84}" destId="{8397AD01-A234-4660-8905-05B590ABB2D9}" srcOrd="0" destOrd="0" presId="urn:microsoft.com/office/officeart/2005/8/layout/vList2"/>
    <dgm:cxn modelId="{E8A815C8-D12A-4AAA-9F8A-BD0B24E8C86F}" type="presOf" srcId="{FFD22341-17BE-4079-9651-45992D4926B6}" destId="{351925C0-9EF7-41DA-BAD2-7A4937C95032}" srcOrd="0" destOrd="0" presId="urn:microsoft.com/office/officeart/2005/8/layout/vList2"/>
    <dgm:cxn modelId="{04727BEA-7059-49DB-B988-ACDE31C5F872}" type="presOf" srcId="{40451E8D-2742-47B8-A19B-4E7A77DB7FB0}" destId="{A7C5ACED-B6C4-4313-832A-3B5D49B63466}" srcOrd="0" destOrd="0" presId="urn:microsoft.com/office/officeart/2005/8/layout/vList2"/>
    <dgm:cxn modelId="{6A558BDE-375F-4CF0-9BF6-BE8ACDC80BFA}" type="presParOf" srcId="{8397AD01-A234-4660-8905-05B590ABB2D9}" destId="{351925C0-9EF7-41DA-BAD2-7A4937C95032}" srcOrd="0" destOrd="0" presId="urn:microsoft.com/office/officeart/2005/8/layout/vList2"/>
    <dgm:cxn modelId="{19BFDA3E-CC21-40A1-A605-64BE6E6CCAB6}" type="presParOf" srcId="{8397AD01-A234-4660-8905-05B590ABB2D9}" destId="{94333035-15C8-494E-BB68-EF1F22931DD3}" srcOrd="1" destOrd="0" presId="urn:microsoft.com/office/officeart/2005/8/layout/vList2"/>
    <dgm:cxn modelId="{138F44E2-A8E1-4EFF-8EB8-D907912036D9}" type="presParOf" srcId="{8397AD01-A234-4660-8905-05B590ABB2D9}" destId="{65262A3C-F5FF-404F-94CF-79E55B32C2F0}" srcOrd="2" destOrd="0" presId="urn:microsoft.com/office/officeart/2005/8/layout/vList2"/>
    <dgm:cxn modelId="{87233801-C7ED-4B49-A8F5-45406C288C52}" type="presParOf" srcId="{8397AD01-A234-4660-8905-05B590ABB2D9}" destId="{CD22FC30-8261-42D3-98C6-104A2BD614D3}" srcOrd="3" destOrd="0" presId="urn:microsoft.com/office/officeart/2005/8/layout/vList2"/>
    <dgm:cxn modelId="{F3E189EA-00C3-45C5-B8AF-740F69A8AA4F}" type="presParOf" srcId="{8397AD01-A234-4660-8905-05B590ABB2D9}" destId="{A7C5ACED-B6C4-4313-832A-3B5D49B63466}" srcOrd="4" destOrd="0" presId="urn:microsoft.com/office/officeart/2005/8/layout/vList2"/>
    <dgm:cxn modelId="{4B31708E-10F4-42F2-96F5-BADCCB60AB02}" type="presParOf" srcId="{8397AD01-A234-4660-8905-05B590ABB2D9}" destId="{7E67D400-77B4-4F92-983D-9ADD75745C53}" srcOrd="5" destOrd="0" presId="urn:microsoft.com/office/officeart/2005/8/layout/vList2"/>
    <dgm:cxn modelId="{C42BAD52-113B-465D-8B29-A7B18CBADDC5}" type="presParOf" srcId="{8397AD01-A234-4660-8905-05B590ABB2D9}" destId="{1BEC350A-0B04-476E-8ADB-76FBEDE8BEF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461DAFB-6B37-4159-81F9-4A9C04EA5C3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18E2B34-D6A9-42F7-B8ED-5DB72581F871}">
      <dgm:prSet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n-US" dirty="0"/>
            <a:t>Source: Mendeley Data</a:t>
          </a:r>
        </a:p>
      </dgm:t>
    </dgm:pt>
    <dgm:pt modelId="{553B1FFA-A3A2-4E85-B97E-2950A12F1230}" type="parTrans" cxnId="{6050F11D-11FF-4013-8E4A-3CF4F55CCCAF}">
      <dgm:prSet/>
      <dgm:spPr/>
      <dgm:t>
        <a:bodyPr/>
        <a:lstStyle/>
        <a:p>
          <a:endParaRPr lang="en-US"/>
        </a:p>
      </dgm:t>
    </dgm:pt>
    <dgm:pt modelId="{110042AF-2D10-4380-8EBC-52C156281024}" type="sibTrans" cxnId="{6050F11D-11FF-4013-8E4A-3CF4F55CCCAF}">
      <dgm:prSet/>
      <dgm:spPr/>
      <dgm:t>
        <a:bodyPr/>
        <a:lstStyle/>
        <a:p>
          <a:endParaRPr lang="en-US"/>
        </a:p>
      </dgm:t>
    </dgm:pt>
    <dgm:pt modelId="{984E8799-5251-46B3-BBA9-CDD333DA2354}">
      <dgm:prSet/>
      <dgm:spPr/>
      <dgm:t>
        <a:bodyPr/>
        <a:lstStyle/>
        <a:p>
          <a:r>
            <a:rPr lang="en-US"/>
            <a:t>Dataset: CAIR-CVD-2025 (Bangladesh Health Data)</a:t>
          </a:r>
        </a:p>
      </dgm:t>
    </dgm:pt>
    <dgm:pt modelId="{F7DAE5BD-BF48-4E4B-808E-E74AF505F55E}" type="parTrans" cxnId="{C6C88C71-946E-4950-84E0-FD02FFC7CEBB}">
      <dgm:prSet/>
      <dgm:spPr/>
      <dgm:t>
        <a:bodyPr/>
        <a:lstStyle/>
        <a:p>
          <a:endParaRPr lang="en-US"/>
        </a:p>
      </dgm:t>
    </dgm:pt>
    <dgm:pt modelId="{4496DBED-C80A-45D6-B9A4-8489059E0B75}" type="sibTrans" cxnId="{C6C88C71-946E-4950-84E0-FD02FFC7CEBB}">
      <dgm:prSet/>
      <dgm:spPr/>
      <dgm:t>
        <a:bodyPr/>
        <a:lstStyle/>
        <a:p>
          <a:endParaRPr lang="en-US"/>
        </a:p>
      </dgm:t>
    </dgm:pt>
    <dgm:pt modelId="{44728064-4840-403B-97A7-F9FFC70717B4}">
      <dgm:prSet/>
      <dgm:spPr/>
      <dgm:t>
        <a:bodyPr/>
        <a:lstStyle/>
        <a:p>
          <a:r>
            <a:rPr lang="en-US"/>
            <a:t>Features: Demographics, clinical metrics, lifestyle factors</a:t>
          </a:r>
        </a:p>
      </dgm:t>
    </dgm:pt>
    <dgm:pt modelId="{88632C3A-49CC-4636-9A4A-D0440ABC230F}" type="parTrans" cxnId="{719D73C1-7F6C-404A-BA1B-1BCC8FBFDD61}">
      <dgm:prSet/>
      <dgm:spPr/>
      <dgm:t>
        <a:bodyPr/>
        <a:lstStyle/>
        <a:p>
          <a:endParaRPr lang="en-US"/>
        </a:p>
      </dgm:t>
    </dgm:pt>
    <dgm:pt modelId="{EDA7717E-49F1-4DCA-AC8F-C808EC4D7BAF}" type="sibTrans" cxnId="{719D73C1-7F6C-404A-BA1B-1BCC8FBFDD61}">
      <dgm:prSet/>
      <dgm:spPr/>
      <dgm:t>
        <a:bodyPr/>
        <a:lstStyle/>
        <a:p>
          <a:endParaRPr lang="en-US"/>
        </a:p>
      </dgm:t>
    </dgm:pt>
    <dgm:pt modelId="{DBB345CA-AB3F-4D8A-8EC8-F382CD4A99BD}">
      <dgm:prSet/>
      <dgm:spPr/>
      <dgm:t>
        <a:bodyPr/>
        <a:lstStyle/>
        <a:p>
          <a:r>
            <a:rPr lang="en-US"/>
            <a:t>Usage: Data cleaning, EDA, hypothesis testing, modeling</a:t>
          </a:r>
        </a:p>
      </dgm:t>
    </dgm:pt>
    <dgm:pt modelId="{6E470A07-DA13-4AB7-8870-9310D695B3CE}" type="parTrans" cxnId="{D710D3C9-AEF1-46CD-A694-A92AD8052B9D}">
      <dgm:prSet/>
      <dgm:spPr/>
      <dgm:t>
        <a:bodyPr/>
        <a:lstStyle/>
        <a:p>
          <a:endParaRPr lang="en-US"/>
        </a:p>
      </dgm:t>
    </dgm:pt>
    <dgm:pt modelId="{5B2E52A9-A65B-4D6E-A87D-3A79260BE14A}" type="sibTrans" cxnId="{D710D3C9-AEF1-46CD-A694-A92AD8052B9D}">
      <dgm:prSet/>
      <dgm:spPr/>
      <dgm:t>
        <a:bodyPr/>
        <a:lstStyle/>
        <a:p>
          <a:endParaRPr lang="en-US"/>
        </a:p>
      </dgm:t>
    </dgm:pt>
    <dgm:pt modelId="{90AA704B-F9A7-434E-B5BF-E5EE3BF1BD22}" type="pres">
      <dgm:prSet presAssocID="{4461DAFB-6B37-4159-81F9-4A9C04EA5C30}" presName="linear" presStyleCnt="0">
        <dgm:presLayoutVars>
          <dgm:animLvl val="lvl"/>
          <dgm:resizeHandles val="exact"/>
        </dgm:presLayoutVars>
      </dgm:prSet>
      <dgm:spPr/>
    </dgm:pt>
    <dgm:pt modelId="{7FD4AF8A-8E11-49CD-B3E4-7DE9537216B9}" type="pres">
      <dgm:prSet presAssocID="{918E2B34-D6A9-42F7-B8ED-5DB72581F87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4224B5A-05F8-4EBB-85E6-7F620B8FC700}" type="pres">
      <dgm:prSet presAssocID="{110042AF-2D10-4380-8EBC-52C156281024}" presName="spacer" presStyleCnt="0"/>
      <dgm:spPr/>
    </dgm:pt>
    <dgm:pt modelId="{CF1A894A-841D-4E73-9C10-3C35B3C98BD1}" type="pres">
      <dgm:prSet presAssocID="{984E8799-5251-46B3-BBA9-CDD333DA235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CA78401-08D4-42BE-80AE-4085A24CA984}" type="pres">
      <dgm:prSet presAssocID="{4496DBED-C80A-45D6-B9A4-8489059E0B75}" presName="spacer" presStyleCnt="0"/>
      <dgm:spPr/>
    </dgm:pt>
    <dgm:pt modelId="{BFB7C78C-00A8-4712-95FE-7D9600AF336C}" type="pres">
      <dgm:prSet presAssocID="{44728064-4840-403B-97A7-F9FFC70717B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2CE5B18-9A98-46B7-B9B0-3CB6CB3E0BD6}" type="pres">
      <dgm:prSet presAssocID="{EDA7717E-49F1-4DCA-AC8F-C808EC4D7BAF}" presName="spacer" presStyleCnt="0"/>
      <dgm:spPr/>
    </dgm:pt>
    <dgm:pt modelId="{6D09B53C-6F4F-4C10-9FE1-7C21DC6C09A8}" type="pres">
      <dgm:prSet presAssocID="{DBB345CA-AB3F-4D8A-8EC8-F382CD4A99B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050F11D-11FF-4013-8E4A-3CF4F55CCCAF}" srcId="{4461DAFB-6B37-4159-81F9-4A9C04EA5C30}" destId="{918E2B34-D6A9-42F7-B8ED-5DB72581F871}" srcOrd="0" destOrd="0" parTransId="{553B1FFA-A3A2-4E85-B97E-2950A12F1230}" sibTransId="{110042AF-2D10-4380-8EBC-52C156281024}"/>
    <dgm:cxn modelId="{3763AD1E-F434-408D-AA0D-70009124BAF3}" type="presOf" srcId="{918E2B34-D6A9-42F7-B8ED-5DB72581F871}" destId="{7FD4AF8A-8E11-49CD-B3E4-7DE9537216B9}" srcOrd="0" destOrd="0" presId="urn:microsoft.com/office/officeart/2005/8/layout/vList2"/>
    <dgm:cxn modelId="{03189768-78FF-4B65-90B2-D807DE276BA5}" type="presOf" srcId="{4461DAFB-6B37-4159-81F9-4A9C04EA5C30}" destId="{90AA704B-F9A7-434E-B5BF-E5EE3BF1BD22}" srcOrd="0" destOrd="0" presId="urn:microsoft.com/office/officeart/2005/8/layout/vList2"/>
    <dgm:cxn modelId="{9EDBB748-D202-40DF-827B-D3851C9F562C}" type="presOf" srcId="{44728064-4840-403B-97A7-F9FFC70717B4}" destId="{BFB7C78C-00A8-4712-95FE-7D9600AF336C}" srcOrd="0" destOrd="0" presId="urn:microsoft.com/office/officeart/2005/8/layout/vList2"/>
    <dgm:cxn modelId="{C6C88C71-946E-4950-84E0-FD02FFC7CEBB}" srcId="{4461DAFB-6B37-4159-81F9-4A9C04EA5C30}" destId="{984E8799-5251-46B3-BBA9-CDD333DA2354}" srcOrd="1" destOrd="0" parTransId="{F7DAE5BD-BF48-4E4B-808E-E74AF505F55E}" sibTransId="{4496DBED-C80A-45D6-B9A4-8489059E0B75}"/>
    <dgm:cxn modelId="{6BD534B2-5876-48D2-9547-B053AA76A597}" type="presOf" srcId="{984E8799-5251-46B3-BBA9-CDD333DA2354}" destId="{CF1A894A-841D-4E73-9C10-3C35B3C98BD1}" srcOrd="0" destOrd="0" presId="urn:microsoft.com/office/officeart/2005/8/layout/vList2"/>
    <dgm:cxn modelId="{719D73C1-7F6C-404A-BA1B-1BCC8FBFDD61}" srcId="{4461DAFB-6B37-4159-81F9-4A9C04EA5C30}" destId="{44728064-4840-403B-97A7-F9FFC70717B4}" srcOrd="2" destOrd="0" parTransId="{88632C3A-49CC-4636-9A4A-D0440ABC230F}" sibTransId="{EDA7717E-49F1-4DCA-AC8F-C808EC4D7BAF}"/>
    <dgm:cxn modelId="{D710D3C9-AEF1-46CD-A694-A92AD8052B9D}" srcId="{4461DAFB-6B37-4159-81F9-4A9C04EA5C30}" destId="{DBB345CA-AB3F-4D8A-8EC8-F382CD4A99BD}" srcOrd="3" destOrd="0" parTransId="{6E470A07-DA13-4AB7-8870-9310D695B3CE}" sibTransId="{5B2E52A9-A65B-4D6E-A87D-3A79260BE14A}"/>
    <dgm:cxn modelId="{2EC22DFD-4503-4CDB-BF42-FCC6948503F5}" type="presOf" srcId="{DBB345CA-AB3F-4D8A-8EC8-F382CD4A99BD}" destId="{6D09B53C-6F4F-4C10-9FE1-7C21DC6C09A8}" srcOrd="0" destOrd="0" presId="urn:microsoft.com/office/officeart/2005/8/layout/vList2"/>
    <dgm:cxn modelId="{50C5DAF4-36E4-401E-8E69-ACF3D58F47B9}" type="presParOf" srcId="{90AA704B-F9A7-434E-B5BF-E5EE3BF1BD22}" destId="{7FD4AF8A-8E11-49CD-B3E4-7DE9537216B9}" srcOrd="0" destOrd="0" presId="urn:microsoft.com/office/officeart/2005/8/layout/vList2"/>
    <dgm:cxn modelId="{926954F0-6EFD-4597-850F-AF0BB29BEEB3}" type="presParOf" srcId="{90AA704B-F9A7-434E-B5BF-E5EE3BF1BD22}" destId="{E4224B5A-05F8-4EBB-85E6-7F620B8FC700}" srcOrd="1" destOrd="0" presId="urn:microsoft.com/office/officeart/2005/8/layout/vList2"/>
    <dgm:cxn modelId="{9F37498D-F738-459B-82BB-A7AA82EFEB79}" type="presParOf" srcId="{90AA704B-F9A7-434E-B5BF-E5EE3BF1BD22}" destId="{CF1A894A-841D-4E73-9C10-3C35B3C98BD1}" srcOrd="2" destOrd="0" presId="urn:microsoft.com/office/officeart/2005/8/layout/vList2"/>
    <dgm:cxn modelId="{26BBDD31-8281-401F-9A00-E6F88A99084D}" type="presParOf" srcId="{90AA704B-F9A7-434E-B5BF-E5EE3BF1BD22}" destId="{6CA78401-08D4-42BE-80AE-4085A24CA984}" srcOrd="3" destOrd="0" presId="urn:microsoft.com/office/officeart/2005/8/layout/vList2"/>
    <dgm:cxn modelId="{AD476D6E-DC3B-4F06-B859-6CD24EDE3E6A}" type="presParOf" srcId="{90AA704B-F9A7-434E-B5BF-E5EE3BF1BD22}" destId="{BFB7C78C-00A8-4712-95FE-7D9600AF336C}" srcOrd="4" destOrd="0" presId="urn:microsoft.com/office/officeart/2005/8/layout/vList2"/>
    <dgm:cxn modelId="{EFCD93FC-6C22-467F-9AA4-41E654BFA6D0}" type="presParOf" srcId="{90AA704B-F9A7-434E-B5BF-E5EE3BF1BD22}" destId="{42CE5B18-9A98-46B7-B9B0-3CB6CB3E0BD6}" srcOrd="5" destOrd="0" presId="urn:microsoft.com/office/officeart/2005/8/layout/vList2"/>
    <dgm:cxn modelId="{E58389A2-FDF3-4EAD-BBF4-141ECEBDE894}" type="presParOf" srcId="{90AA704B-F9A7-434E-B5BF-E5EE3BF1BD22}" destId="{6D09B53C-6F4F-4C10-9FE1-7C21DC6C09A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71802DC-F335-44D2-A0D2-D171D7D1F76D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86838A8-4C3A-4B35-A656-95CB3C07DDA1}">
      <dgm:prSet/>
      <dgm:spPr/>
      <dgm:t>
        <a:bodyPr/>
        <a:lstStyle/>
        <a:p>
          <a:r>
            <a:rPr lang="en-US"/>
            <a:t>1. Data Cleaning &amp; Preprocessing</a:t>
          </a:r>
        </a:p>
      </dgm:t>
    </dgm:pt>
    <dgm:pt modelId="{1012F8AE-2261-4F76-BEFF-691F13B1B799}" type="parTrans" cxnId="{54CD4B75-2039-4544-A31D-C0362832E033}">
      <dgm:prSet/>
      <dgm:spPr/>
      <dgm:t>
        <a:bodyPr/>
        <a:lstStyle/>
        <a:p>
          <a:endParaRPr lang="en-US"/>
        </a:p>
      </dgm:t>
    </dgm:pt>
    <dgm:pt modelId="{FCCFC92F-4C49-4310-8DEC-7D52317E3222}" type="sibTrans" cxnId="{54CD4B75-2039-4544-A31D-C0362832E033}">
      <dgm:prSet/>
      <dgm:spPr/>
      <dgm:t>
        <a:bodyPr/>
        <a:lstStyle/>
        <a:p>
          <a:endParaRPr lang="en-US"/>
        </a:p>
      </dgm:t>
    </dgm:pt>
    <dgm:pt modelId="{03C7E26F-C1CF-46AB-B66F-9675B73658F7}">
      <dgm:prSet/>
      <dgm:spPr/>
      <dgm:t>
        <a:bodyPr/>
        <a:lstStyle/>
        <a:p>
          <a:r>
            <a:rPr lang="en-US"/>
            <a:t>2. Exploratory Data Analysis (EDA)</a:t>
          </a:r>
        </a:p>
      </dgm:t>
    </dgm:pt>
    <dgm:pt modelId="{2093E631-F216-4160-8432-D6CC617C71BE}" type="parTrans" cxnId="{4A1A2F34-B0F1-45A0-AA2B-783DCCF9486A}">
      <dgm:prSet/>
      <dgm:spPr/>
      <dgm:t>
        <a:bodyPr/>
        <a:lstStyle/>
        <a:p>
          <a:endParaRPr lang="en-US"/>
        </a:p>
      </dgm:t>
    </dgm:pt>
    <dgm:pt modelId="{7D87E666-9F09-4953-B594-DF714E83A22C}" type="sibTrans" cxnId="{4A1A2F34-B0F1-45A0-AA2B-783DCCF9486A}">
      <dgm:prSet/>
      <dgm:spPr/>
      <dgm:t>
        <a:bodyPr/>
        <a:lstStyle/>
        <a:p>
          <a:endParaRPr lang="en-US"/>
        </a:p>
      </dgm:t>
    </dgm:pt>
    <dgm:pt modelId="{D8C13ED1-14BE-42B5-8261-F284442F064D}">
      <dgm:prSet/>
      <dgm:spPr/>
      <dgm:t>
        <a:bodyPr/>
        <a:lstStyle/>
        <a:p>
          <a:r>
            <a:rPr lang="en-US"/>
            <a:t>3. Hypothesis Testing (Z-test, T-test)</a:t>
          </a:r>
        </a:p>
      </dgm:t>
    </dgm:pt>
    <dgm:pt modelId="{155F8B91-4EE3-4466-BF59-B73446FD9821}" type="parTrans" cxnId="{2CD90C39-41B0-4A67-854B-95308AF7FACA}">
      <dgm:prSet/>
      <dgm:spPr/>
      <dgm:t>
        <a:bodyPr/>
        <a:lstStyle/>
        <a:p>
          <a:endParaRPr lang="en-US"/>
        </a:p>
      </dgm:t>
    </dgm:pt>
    <dgm:pt modelId="{E196CB17-7827-465B-BD27-E1497F24E26E}" type="sibTrans" cxnId="{2CD90C39-41B0-4A67-854B-95308AF7FACA}">
      <dgm:prSet/>
      <dgm:spPr/>
      <dgm:t>
        <a:bodyPr/>
        <a:lstStyle/>
        <a:p>
          <a:endParaRPr lang="en-US"/>
        </a:p>
      </dgm:t>
    </dgm:pt>
    <dgm:pt modelId="{46BD45C2-72EB-4D7F-A018-A5A52EBC0B8D}">
      <dgm:prSet/>
      <dgm:spPr/>
      <dgm:t>
        <a:bodyPr/>
        <a:lstStyle/>
        <a:p>
          <a:r>
            <a:rPr lang="en-US"/>
            <a:t>4. Predictive Modeling (Logistic Regression)</a:t>
          </a:r>
        </a:p>
      </dgm:t>
    </dgm:pt>
    <dgm:pt modelId="{02894EF2-550A-499C-B9A7-6B669ED34325}" type="parTrans" cxnId="{8AF6F116-490D-4E16-9658-771246B1B521}">
      <dgm:prSet/>
      <dgm:spPr/>
      <dgm:t>
        <a:bodyPr/>
        <a:lstStyle/>
        <a:p>
          <a:endParaRPr lang="en-US"/>
        </a:p>
      </dgm:t>
    </dgm:pt>
    <dgm:pt modelId="{61EF9445-2524-41BB-8141-943B83E884DB}" type="sibTrans" cxnId="{8AF6F116-490D-4E16-9658-771246B1B521}">
      <dgm:prSet/>
      <dgm:spPr/>
      <dgm:t>
        <a:bodyPr/>
        <a:lstStyle/>
        <a:p>
          <a:endParaRPr lang="en-US"/>
        </a:p>
      </dgm:t>
    </dgm:pt>
    <dgm:pt modelId="{8295CC7F-D9DA-4E73-AF5B-E949ACBC64EC}">
      <dgm:prSet/>
      <dgm:spPr/>
      <dgm:t>
        <a:bodyPr/>
        <a:lstStyle/>
        <a:p>
          <a:r>
            <a:rPr lang="en-US"/>
            <a:t>5. Dashboard Creation (Power BI)</a:t>
          </a:r>
        </a:p>
      </dgm:t>
    </dgm:pt>
    <dgm:pt modelId="{4EEEFDE3-A771-4380-A2F2-54F2AC4B3867}" type="parTrans" cxnId="{4E3DFCCD-956C-42CB-B2DD-C2DCB68239E4}">
      <dgm:prSet/>
      <dgm:spPr/>
      <dgm:t>
        <a:bodyPr/>
        <a:lstStyle/>
        <a:p>
          <a:endParaRPr lang="en-US"/>
        </a:p>
      </dgm:t>
    </dgm:pt>
    <dgm:pt modelId="{8828358C-0E7B-4759-8540-86F4D3DEE1DC}" type="sibTrans" cxnId="{4E3DFCCD-956C-42CB-B2DD-C2DCB68239E4}">
      <dgm:prSet/>
      <dgm:spPr/>
      <dgm:t>
        <a:bodyPr/>
        <a:lstStyle/>
        <a:p>
          <a:endParaRPr lang="en-US"/>
        </a:p>
      </dgm:t>
    </dgm:pt>
    <dgm:pt modelId="{E945CCB8-AEE9-4594-986A-A39C78C962A2}" type="pres">
      <dgm:prSet presAssocID="{D71802DC-F335-44D2-A0D2-D171D7D1F76D}" presName="vert0" presStyleCnt="0">
        <dgm:presLayoutVars>
          <dgm:dir/>
          <dgm:animOne val="branch"/>
          <dgm:animLvl val="lvl"/>
        </dgm:presLayoutVars>
      </dgm:prSet>
      <dgm:spPr/>
    </dgm:pt>
    <dgm:pt modelId="{7011FB09-8758-42EE-8189-2112505870D2}" type="pres">
      <dgm:prSet presAssocID="{386838A8-4C3A-4B35-A656-95CB3C07DDA1}" presName="thickLine" presStyleLbl="alignNode1" presStyleIdx="0" presStyleCnt="5"/>
      <dgm:spPr/>
    </dgm:pt>
    <dgm:pt modelId="{48FC112C-5A0D-423F-AA79-B821B5B5FE2C}" type="pres">
      <dgm:prSet presAssocID="{386838A8-4C3A-4B35-A656-95CB3C07DDA1}" presName="horz1" presStyleCnt="0"/>
      <dgm:spPr/>
    </dgm:pt>
    <dgm:pt modelId="{2F85168C-7157-4434-9C81-AD7FE51A9411}" type="pres">
      <dgm:prSet presAssocID="{386838A8-4C3A-4B35-A656-95CB3C07DDA1}" presName="tx1" presStyleLbl="revTx" presStyleIdx="0" presStyleCnt="5"/>
      <dgm:spPr/>
    </dgm:pt>
    <dgm:pt modelId="{3566EF04-C3C5-4903-B5CA-2B3DC3CE9505}" type="pres">
      <dgm:prSet presAssocID="{386838A8-4C3A-4B35-A656-95CB3C07DDA1}" presName="vert1" presStyleCnt="0"/>
      <dgm:spPr/>
    </dgm:pt>
    <dgm:pt modelId="{BF4AA9AF-6297-44E9-B9BC-52A99D0E60A4}" type="pres">
      <dgm:prSet presAssocID="{03C7E26F-C1CF-46AB-B66F-9675B73658F7}" presName="thickLine" presStyleLbl="alignNode1" presStyleIdx="1" presStyleCnt="5"/>
      <dgm:spPr/>
    </dgm:pt>
    <dgm:pt modelId="{79E58995-346D-4009-B1CD-279AF07BCF62}" type="pres">
      <dgm:prSet presAssocID="{03C7E26F-C1CF-46AB-B66F-9675B73658F7}" presName="horz1" presStyleCnt="0"/>
      <dgm:spPr/>
    </dgm:pt>
    <dgm:pt modelId="{86DBFB7F-D038-4F7C-B8C7-536A79DA9F56}" type="pres">
      <dgm:prSet presAssocID="{03C7E26F-C1CF-46AB-B66F-9675B73658F7}" presName="tx1" presStyleLbl="revTx" presStyleIdx="1" presStyleCnt="5"/>
      <dgm:spPr/>
    </dgm:pt>
    <dgm:pt modelId="{8ACCFEAE-4F27-4590-9844-97BAAAFC29AF}" type="pres">
      <dgm:prSet presAssocID="{03C7E26F-C1CF-46AB-B66F-9675B73658F7}" presName="vert1" presStyleCnt="0"/>
      <dgm:spPr/>
    </dgm:pt>
    <dgm:pt modelId="{44F0F18C-6E58-45E5-AC9B-3976C62C2A81}" type="pres">
      <dgm:prSet presAssocID="{D8C13ED1-14BE-42B5-8261-F284442F064D}" presName="thickLine" presStyleLbl="alignNode1" presStyleIdx="2" presStyleCnt="5"/>
      <dgm:spPr/>
    </dgm:pt>
    <dgm:pt modelId="{64239B3F-9856-4CBC-A395-D4907BD9B851}" type="pres">
      <dgm:prSet presAssocID="{D8C13ED1-14BE-42B5-8261-F284442F064D}" presName="horz1" presStyleCnt="0"/>
      <dgm:spPr/>
    </dgm:pt>
    <dgm:pt modelId="{7E7832CC-2FF8-41EC-B109-5E9BAA2D1B77}" type="pres">
      <dgm:prSet presAssocID="{D8C13ED1-14BE-42B5-8261-F284442F064D}" presName="tx1" presStyleLbl="revTx" presStyleIdx="2" presStyleCnt="5"/>
      <dgm:spPr/>
    </dgm:pt>
    <dgm:pt modelId="{B9923102-0416-485C-9FE1-85E138C93A1A}" type="pres">
      <dgm:prSet presAssocID="{D8C13ED1-14BE-42B5-8261-F284442F064D}" presName="vert1" presStyleCnt="0"/>
      <dgm:spPr/>
    </dgm:pt>
    <dgm:pt modelId="{B70F0670-CE64-4F7A-8F50-2F98B9203D7D}" type="pres">
      <dgm:prSet presAssocID="{46BD45C2-72EB-4D7F-A018-A5A52EBC0B8D}" presName="thickLine" presStyleLbl="alignNode1" presStyleIdx="3" presStyleCnt="5"/>
      <dgm:spPr/>
    </dgm:pt>
    <dgm:pt modelId="{2071E5BA-1659-455C-8FAD-7E6E3C7A1BEA}" type="pres">
      <dgm:prSet presAssocID="{46BD45C2-72EB-4D7F-A018-A5A52EBC0B8D}" presName="horz1" presStyleCnt="0"/>
      <dgm:spPr/>
    </dgm:pt>
    <dgm:pt modelId="{CE5388AE-8F24-4706-8E98-6E617041D972}" type="pres">
      <dgm:prSet presAssocID="{46BD45C2-72EB-4D7F-A018-A5A52EBC0B8D}" presName="tx1" presStyleLbl="revTx" presStyleIdx="3" presStyleCnt="5"/>
      <dgm:spPr/>
    </dgm:pt>
    <dgm:pt modelId="{0132CA4B-2C6D-4F3F-B9B7-446FE3068747}" type="pres">
      <dgm:prSet presAssocID="{46BD45C2-72EB-4D7F-A018-A5A52EBC0B8D}" presName="vert1" presStyleCnt="0"/>
      <dgm:spPr/>
    </dgm:pt>
    <dgm:pt modelId="{C00C22B9-4227-44B4-89AF-3B8A195C176B}" type="pres">
      <dgm:prSet presAssocID="{8295CC7F-D9DA-4E73-AF5B-E949ACBC64EC}" presName="thickLine" presStyleLbl="alignNode1" presStyleIdx="4" presStyleCnt="5"/>
      <dgm:spPr/>
    </dgm:pt>
    <dgm:pt modelId="{2ABE7911-0AF5-4805-88DE-847B718F5440}" type="pres">
      <dgm:prSet presAssocID="{8295CC7F-D9DA-4E73-AF5B-E949ACBC64EC}" presName="horz1" presStyleCnt="0"/>
      <dgm:spPr/>
    </dgm:pt>
    <dgm:pt modelId="{343A8023-B5B0-4D02-A1EC-B6647DFEF289}" type="pres">
      <dgm:prSet presAssocID="{8295CC7F-D9DA-4E73-AF5B-E949ACBC64EC}" presName="tx1" presStyleLbl="revTx" presStyleIdx="4" presStyleCnt="5"/>
      <dgm:spPr/>
    </dgm:pt>
    <dgm:pt modelId="{C72BF004-248B-49B6-92FB-37EB4905B886}" type="pres">
      <dgm:prSet presAssocID="{8295CC7F-D9DA-4E73-AF5B-E949ACBC64EC}" presName="vert1" presStyleCnt="0"/>
      <dgm:spPr/>
    </dgm:pt>
  </dgm:ptLst>
  <dgm:cxnLst>
    <dgm:cxn modelId="{1BC2750E-96FB-4CC5-B7A6-4617315944AC}" type="presOf" srcId="{46BD45C2-72EB-4D7F-A018-A5A52EBC0B8D}" destId="{CE5388AE-8F24-4706-8E98-6E617041D972}" srcOrd="0" destOrd="0" presId="urn:microsoft.com/office/officeart/2008/layout/LinedList"/>
    <dgm:cxn modelId="{8AF6F116-490D-4E16-9658-771246B1B521}" srcId="{D71802DC-F335-44D2-A0D2-D171D7D1F76D}" destId="{46BD45C2-72EB-4D7F-A018-A5A52EBC0B8D}" srcOrd="3" destOrd="0" parTransId="{02894EF2-550A-499C-B9A7-6B669ED34325}" sibTransId="{61EF9445-2524-41BB-8141-943B83E884DB}"/>
    <dgm:cxn modelId="{7628401F-C4F7-4168-A161-55E35C2387B0}" type="presOf" srcId="{386838A8-4C3A-4B35-A656-95CB3C07DDA1}" destId="{2F85168C-7157-4434-9C81-AD7FE51A9411}" srcOrd="0" destOrd="0" presId="urn:microsoft.com/office/officeart/2008/layout/LinedList"/>
    <dgm:cxn modelId="{4A1A2F34-B0F1-45A0-AA2B-783DCCF9486A}" srcId="{D71802DC-F335-44D2-A0D2-D171D7D1F76D}" destId="{03C7E26F-C1CF-46AB-B66F-9675B73658F7}" srcOrd="1" destOrd="0" parTransId="{2093E631-F216-4160-8432-D6CC617C71BE}" sibTransId="{7D87E666-9F09-4953-B594-DF714E83A22C}"/>
    <dgm:cxn modelId="{2CD90C39-41B0-4A67-854B-95308AF7FACA}" srcId="{D71802DC-F335-44D2-A0D2-D171D7D1F76D}" destId="{D8C13ED1-14BE-42B5-8261-F284442F064D}" srcOrd="2" destOrd="0" parTransId="{155F8B91-4EE3-4466-BF59-B73446FD9821}" sibTransId="{E196CB17-7827-465B-BD27-E1497F24E26E}"/>
    <dgm:cxn modelId="{54CD4B75-2039-4544-A31D-C0362832E033}" srcId="{D71802DC-F335-44D2-A0D2-D171D7D1F76D}" destId="{386838A8-4C3A-4B35-A656-95CB3C07DDA1}" srcOrd="0" destOrd="0" parTransId="{1012F8AE-2261-4F76-BEFF-691F13B1B799}" sibTransId="{FCCFC92F-4C49-4310-8DEC-7D52317E3222}"/>
    <dgm:cxn modelId="{1BD7DAB2-68AE-40FA-9DB4-8A01D4BFE48C}" type="presOf" srcId="{8295CC7F-D9DA-4E73-AF5B-E949ACBC64EC}" destId="{343A8023-B5B0-4D02-A1EC-B6647DFEF289}" srcOrd="0" destOrd="0" presId="urn:microsoft.com/office/officeart/2008/layout/LinedList"/>
    <dgm:cxn modelId="{4E3DFCCD-956C-42CB-B2DD-C2DCB68239E4}" srcId="{D71802DC-F335-44D2-A0D2-D171D7D1F76D}" destId="{8295CC7F-D9DA-4E73-AF5B-E949ACBC64EC}" srcOrd="4" destOrd="0" parTransId="{4EEEFDE3-A771-4380-A2F2-54F2AC4B3867}" sibTransId="{8828358C-0E7B-4759-8540-86F4D3DEE1DC}"/>
    <dgm:cxn modelId="{2A25DEEB-AB1B-4E68-9E36-1A936002F52B}" type="presOf" srcId="{D8C13ED1-14BE-42B5-8261-F284442F064D}" destId="{7E7832CC-2FF8-41EC-B109-5E9BAA2D1B77}" srcOrd="0" destOrd="0" presId="urn:microsoft.com/office/officeart/2008/layout/LinedList"/>
    <dgm:cxn modelId="{B4204DEC-3966-4F47-B7EE-6904C9E8F0F0}" type="presOf" srcId="{D71802DC-F335-44D2-A0D2-D171D7D1F76D}" destId="{E945CCB8-AEE9-4594-986A-A39C78C962A2}" srcOrd="0" destOrd="0" presId="urn:microsoft.com/office/officeart/2008/layout/LinedList"/>
    <dgm:cxn modelId="{1D76A8F1-7BB0-4469-8942-150980CFF889}" type="presOf" srcId="{03C7E26F-C1CF-46AB-B66F-9675B73658F7}" destId="{86DBFB7F-D038-4F7C-B8C7-536A79DA9F56}" srcOrd="0" destOrd="0" presId="urn:microsoft.com/office/officeart/2008/layout/LinedList"/>
    <dgm:cxn modelId="{3A65079B-9B6C-4DEF-BF15-2E6C58A6A133}" type="presParOf" srcId="{E945CCB8-AEE9-4594-986A-A39C78C962A2}" destId="{7011FB09-8758-42EE-8189-2112505870D2}" srcOrd="0" destOrd="0" presId="urn:microsoft.com/office/officeart/2008/layout/LinedList"/>
    <dgm:cxn modelId="{90E078D2-6E85-4C44-897D-5CFBB80D2EB4}" type="presParOf" srcId="{E945CCB8-AEE9-4594-986A-A39C78C962A2}" destId="{48FC112C-5A0D-423F-AA79-B821B5B5FE2C}" srcOrd="1" destOrd="0" presId="urn:microsoft.com/office/officeart/2008/layout/LinedList"/>
    <dgm:cxn modelId="{B4684252-DB34-4FE0-8ECF-46C897ACC6FE}" type="presParOf" srcId="{48FC112C-5A0D-423F-AA79-B821B5B5FE2C}" destId="{2F85168C-7157-4434-9C81-AD7FE51A9411}" srcOrd="0" destOrd="0" presId="urn:microsoft.com/office/officeart/2008/layout/LinedList"/>
    <dgm:cxn modelId="{C97354F7-F5FB-4B1A-8B00-8FB3242681E1}" type="presParOf" srcId="{48FC112C-5A0D-423F-AA79-B821B5B5FE2C}" destId="{3566EF04-C3C5-4903-B5CA-2B3DC3CE9505}" srcOrd="1" destOrd="0" presId="urn:microsoft.com/office/officeart/2008/layout/LinedList"/>
    <dgm:cxn modelId="{A635E0B2-0BB6-4EB8-8FE1-0438452ACC7E}" type="presParOf" srcId="{E945CCB8-AEE9-4594-986A-A39C78C962A2}" destId="{BF4AA9AF-6297-44E9-B9BC-52A99D0E60A4}" srcOrd="2" destOrd="0" presId="urn:microsoft.com/office/officeart/2008/layout/LinedList"/>
    <dgm:cxn modelId="{5EFE114E-E7BB-4F36-8C84-516496DDC922}" type="presParOf" srcId="{E945CCB8-AEE9-4594-986A-A39C78C962A2}" destId="{79E58995-346D-4009-B1CD-279AF07BCF62}" srcOrd="3" destOrd="0" presId="urn:microsoft.com/office/officeart/2008/layout/LinedList"/>
    <dgm:cxn modelId="{B7813C2C-36B0-4784-B987-FE53B384E7DC}" type="presParOf" srcId="{79E58995-346D-4009-B1CD-279AF07BCF62}" destId="{86DBFB7F-D038-4F7C-B8C7-536A79DA9F56}" srcOrd="0" destOrd="0" presId="urn:microsoft.com/office/officeart/2008/layout/LinedList"/>
    <dgm:cxn modelId="{20263AE6-39EE-45D3-B3F7-71CFE31735F0}" type="presParOf" srcId="{79E58995-346D-4009-B1CD-279AF07BCF62}" destId="{8ACCFEAE-4F27-4590-9844-97BAAAFC29AF}" srcOrd="1" destOrd="0" presId="urn:microsoft.com/office/officeart/2008/layout/LinedList"/>
    <dgm:cxn modelId="{EF405E7E-ACF9-4358-A3A5-6EB3D223681A}" type="presParOf" srcId="{E945CCB8-AEE9-4594-986A-A39C78C962A2}" destId="{44F0F18C-6E58-45E5-AC9B-3976C62C2A81}" srcOrd="4" destOrd="0" presId="urn:microsoft.com/office/officeart/2008/layout/LinedList"/>
    <dgm:cxn modelId="{88BDA968-87DF-4F0B-AC23-E66F00C2F91B}" type="presParOf" srcId="{E945CCB8-AEE9-4594-986A-A39C78C962A2}" destId="{64239B3F-9856-4CBC-A395-D4907BD9B851}" srcOrd="5" destOrd="0" presId="urn:microsoft.com/office/officeart/2008/layout/LinedList"/>
    <dgm:cxn modelId="{C74F69D4-215E-44DE-9D19-C761FB83F582}" type="presParOf" srcId="{64239B3F-9856-4CBC-A395-D4907BD9B851}" destId="{7E7832CC-2FF8-41EC-B109-5E9BAA2D1B77}" srcOrd="0" destOrd="0" presId="urn:microsoft.com/office/officeart/2008/layout/LinedList"/>
    <dgm:cxn modelId="{70A17D36-08B1-429D-8F73-742F5121CF56}" type="presParOf" srcId="{64239B3F-9856-4CBC-A395-D4907BD9B851}" destId="{B9923102-0416-485C-9FE1-85E138C93A1A}" srcOrd="1" destOrd="0" presId="urn:microsoft.com/office/officeart/2008/layout/LinedList"/>
    <dgm:cxn modelId="{BDD6133A-B9D9-48C9-906B-CCFD63864BD9}" type="presParOf" srcId="{E945CCB8-AEE9-4594-986A-A39C78C962A2}" destId="{B70F0670-CE64-4F7A-8F50-2F98B9203D7D}" srcOrd="6" destOrd="0" presId="urn:microsoft.com/office/officeart/2008/layout/LinedList"/>
    <dgm:cxn modelId="{94236A1B-64C7-4773-A4EA-ADFEBC1626B6}" type="presParOf" srcId="{E945CCB8-AEE9-4594-986A-A39C78C962A2}" destId="{2071E5BA-1659-455C-8FAD-7E6E3C7A1BEA}" srcOrd="7" destOrd="0" presId="urn:microsoft.com/office/officeart/2008/layout/LinedList"/>
    <dgm:cxn modelId="{C011FC2F-B9FC-477C-89D0-EA0A201AE46A}" type="presParOf" srcId="{2071E5BA-1659-455C-8FAD-7E6E3C7A1BEA}" destId="{CE5388AE-8F24-4706-8E98-6E617041D972}" srcOrd="0" destOrd="0" presId="urn:microsoft.com/office/officeart/2008/layout/LinedList"/>
    <dgm:cxn modelId="{CF0CDF4F-DFD6-4443-8142-58E485006BEB}" type="presParOf" srcId="{2071E5BA-1659-455C-8FAD-7E6E3C7A1BEA}" destId="{0132CA4B-2C6D-4F3F-B9B7-446FE3068747}" srcOrd="1" destOrd="0" presId="urn:microsoft.com/office/officeart/2008/layout/LinedList"/>
    <dgm:cxn modelId="{E54DC694-DE0C-4053-92CF-B024B3626389}" type="presParOf" srcId="{E945CCB8-AEE9-4594-986A-A39C78C962A2}" destId="{C00C22B9-4227-44B4-89AF-3B8A195C176B}" srcOrd="8" destOrd="0" presId="urn:microsoft.com/office/officeart/2008/layout/LinedList"/>
    <dgm:cxn modelId="{584C89E7-14EE-49F2-8922-2E72FFE43C83}" type="presParOf" srcId="{E945CCB8-AEE9-4594-986A-A39C78C962A2}" destId="{2ABE7911-0AF5-4805-88DE-847B718F5440}" srcOrd="9" destOrd="0" presId="urn:microsoft.com/office/officeart/2008/layout/LinedList"/>
    <dgm:cxn modelId="{3295F834-4F32-4079-AC92-E753D5C6CEF6}" type="presParOf" srcId="{2ABE7911-0AF5-4805-88DE-847B718F5440}" destId="{343A8023-B5B0-4D02-A1EC-B6647DFEF289}" srcOrd="0" destOrd="0" presId="urn:microsoft.com/office/officeart/2008/layout/LinedList"/>
    <dgm:cxn modelId="{4D41EFBB-8D7A-455F-9484-54FCBD140920}" type="presParOf" srcId="{2ABE7911-0AF5-4805-88DE-847B718F5440}" destId="{C72BF004-248B-49B6-92FB-37EB4905B88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A087197-8B56-47A8-AED3-6E983F84F66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13E5A1F-92AB-4DCE-9250-77C26275BA93}">
      <dgm:prSet/>
      <dgm:spPr/>
      <dgm:t>
        <a:bodyPr/>
        <a:lstStyle/>
        <a:p>
          <a:r>
            <a:rPr lang="en-US"/>
            <a:t>Python Libraries: Pandas, NumPy, Seaborn, Matplotlib, Scikit-learn, SciPy</a:t>
          </a:r>
        </a:p>
      </dgm:t>
    </dgm:pt>
    <dgm:pt modelId="{C79FB651-E9A2-4E8E-BAB2-777A549B76E7}" type="parTrans" cxnId="{C918F2E5-D315-4BFB-B153-A0F4E2BF2407}">
      <dgm:prSet/>
      <dgm:spPr/>
      <dgm:t>
        <a:bodyPr/>
        <a:lstStyle/>
        <a:p>
          <a:endParaRPr lang="en-US"/>
        </a:p>
      </dgm:t>
    </dgm:pt>
    <dgm:pt modelId="{E06D998F-5E22-42B7-B4BA-3638F709D6FE}" type="sibTrans" cxnId="{C918F2E5-D315-4BFB-B153-A0F4E2BF2407}">
      <dgm:prSet/>
      <dgm:spPr/>
      <dgm:t>
        <a:bodyPr/>
        <a:lstStyle/>
        <a:p>
          <a:endParaRPr lang="en-US"/>
        </a:p>
      </dgm:t>
    </dgm:pt>
    <dgm:pt modelId="{E2D7907D-AF13-4A25-8397-C9A5506D5A8A}">
      <dgm:prSet/>
      <dgm:spPr/>
      <dgm:t>
        <a:bodyPr/>
        <a:lstStyle/>
        <a:p>
          <a:r>
            <a:rPr lang="en-US"/>
            <a:t>Power BI for dashboard</a:t>
          </a:r>
        </a:p>
      </dgm:t>
    </dgm:pt>
    <dgm:pt modelId="{827AF815-2171-4E80-8F83-F29AAA12225A}" type="parTrans" cxnId="{BF72E33A-ACD4-47E4-8E67-12A4C2808429}">
      <dgm:prSet/>
      <dgm:spPr/>
      <dgm:t>
        <a:bodyPr/>
        <a:lstStyle/>
        <a:p>
          <a:endParaRPr lang="en-US"/>
        </a:p>
      </dgm:t>
    </dgm:pt>
    <dgm:pt modelId="{BE59FA77-29E0-4C1D-8FA6-E1AD01EA3DBA}" type="sibTrans" cxnId="{BF72E33A-ACD4-47E4-8E67-12A4C2808429}">
      <dgm:prSet/>
      <dgm:spPr/>
      <dgm:t>
        <a:bodyPr/>
        <a:lstStyle/>
        <a:p>
          <a:endParaRPr lang="en-US"/>
        </a:p>
      </dgm:t>
    </dgm:pt>
    <dgm:pt modelId="{A5CEBBDF-C4AC-48A2-BFA9-7D76113C7E4A}">
      <dgm:prSet/>
      <dgm:spPr/>
      <dgm:t>
        <a:bodyPr/>
        <a:lstStyle/>
        <a:p>
          <a:r>
            <a:rPr lang="en-US"/>
            <a:t>Jupyter Notebook for implementation</a:t>
          </a:r>
        </a:p>
      </dgm:t>
    </dgm:pt>
    <dgm:pt modelId="{AE7D49D9-A125-495A-8B5D-AC6FC8C97D81}" type="parTrans" cxnId="{DF3278DB-23D8-4045-A054-7A3000AF7972}">
      <dgm:prSet/>
      <dgm:spPr/>
      <dgm:t>
        <a:bodyPr/>
        <a:lstStyle/>
        <a:p>
          <a:endParaRPr lang="en-US"/>
        </a:p>
      </dgm:t>
    </dgm:pt>
    <dgm:pt modelId="{F9D9B0F4-3E71-43A8-99CC-7EFCC213BFA5}" type="sibTrans" cxnId="{DF3278DB-23D8-4045-A054-7A3000AF7972}">
      <dgm:prSet/>
      <dgm:spPr/>
      <dgm:t>
        <a:bodyPr/>
        <a:lstStyle/>
        <a:p>
          <a:endParaRPr lang="en-US"/>
        </a:p>
      </dgm:t>
    </dgm:pt>
    <dgm:pt modelId="{1C98F082-06DE-4374-B488-C6F8F4B8668D}" type="pres">
      <dgm:prSet presAssocID="{EA087197-8B56-47A8-AED3-6E983F84F66A}" presName="linear" presStyleCnt="0">
        <dgm:presLayoutVars>
          <dgm:animLvl val="lvl"/>
          <dgm:resizeHandles val="exact"/>
        </dgm:presLayoutVars>
      </dgm:prSet>
      <dgm:spPr/>
    </dgm:pt>
    <dgm:pt modelId="{F11ADDAA-57D1-4B0F-855B-552DD2CFC6DC}" type="pres">
      <dgm:prSet presAssocID="{613E5A1F-92AB-4DCE-9250-77C26275BA9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AB35377-EB76-4D90-95E7-1688C562D812}" type="pres">
      <dgm:prSet presAssocID="{E06D998F-5E22-42B7-B4BA-3638F709D6FE}" presName="spacer" presStyleCnt="0"/>
      <dgm:spPr/>
    </dgm:pt>
    <dgm:pt modelId="{6CF32EE0-5A82-46E7-ABD8-B88DE53B1453}" type="pres">
      <dgm:prSet presAssocID="{E2D7907D-AF13-4A25-8397-C9A5506D5A8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39792FC-FDE7-462E-A1D8-C3B5C3572C43}" type="pres">
      <dgm:prSet presAssocID="{BE59FA77-29E0-4C1D-8FA6-E1AD01EA3DBA}" presName="spacer" presStyleCnt="0"/>
      <dgm:spPr/>
    </dgm:pt>
    <dgm:pt modelId="{56723D86-6A59-403F-A4BB-2C860992B338}" type="pres">
      <dgm:prSet presAssocID="{A5CEBBDF-C4AC-48A2-BFA9-7D76113C7E4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8B79B20-C486-4199-9BE2-7D4824EE0DCB}" type="presOf" srcId="{A5CEBBDF-C4AC-48A2-BFA9-7D76113C7E4A}" destId="{56723D86-6A59-403F-A4BB-2C860992B338}" srcOrd="0" destOrd="0" presId="urn:microsoft.com/office/officeart/2005/8/layout/vList2"/>
    <dgm:cxn modelId="{BF72E33A-ACD4-47E4-8E67-12A4C2808429}" srcId="{EA087197-8B56-47A8-AED3-6E983F84F66A}" destId="{E2D7907D-AF13-4A25-8397-C9A5506D5A8A}" srcOrd="1" destOrd="0" parTransId="{827AF815-2171-4E80-8F83-F29AAA12225A}" sibTransId="{BE59FA77-29E0-4C1D-8FA6-E1AD01EA3DBA}"/>
    <dgm:cxn modelId="{4379A867-8A26-40E6-A53D-FCEECD97FB3B}" type="presOf" srcId="{EA087197-8B56-47A8-AED3-6E983F84F66A}" destId="{1C98F082-06DE-4374-B488-C6F8F4B8668D}" srcOrd="0" destOrd="0" presId="urn:microsoft.com/office/officeart/2005/8/layout/vList2"/>
    <dgm:cxn modelId="{020A1151-2C4D-4FE3-992A-63A18968F30F}" type="presOf" srcId="{E2D7907D-AF13-4A25-8397-C9A5506D5A8A}" destId="{6CF32EE0-5A82-46E7-ABD8-B88DE53B1453}" srcOrd="0" destOrd="0" presId="urn:microsoft.com/office/officeart/2005/8/layout/vList2"/>
    <dgm:cxn modelId="{DF3278DB-23D8-4045-A054-7A3000AF7972}" srcId="{EA087197-8B56-47A8-AED3-6E983F84F66A}" destId="{A5CEBBDF-C4AC-48A2-BFA9-7D76113C7E4A}" srcOrd="2" destOrd="0" parTransId="{AE7D49D9-A125-495A-8B5D-AC6FC8C97D81}" sibTransId="{F9D9B0F4-3E71-43A8-99CC-7EFCC213BFA5}"/>
    <dgm:cxn modelId="{9AC0C0DE-87AE-4682-B55E-EBDC997CBE51}" type="presOf" srcId="{613E5A1F-92AB-4DCE-9250-77C26275BA93}" destId="{F11ADDAA-57D1-4B0F-855B-552DD2CFC6DC}" srcOrd="0" destOrd="0" presId="urn:microsoft.com/office/officeart/2005/8/layout/vList2"/>
    <dgm:cxn modelId="{C918F2E5-D315-4BFB-B153-A0F4E2BF2407}" srcId="{EA087197-8B56-47A8-AED3-6E983F84F66A}" destId="{613E5A1F-92AB-4DCE-9250-77C26275BA93}" srcOrd="0" destOrd="0" parTransId="{C79FB651-E9A2-4E8E-BAB2-777A549B76E7}" sibTransId="{E06D998F-5E22-42B7-B4BA-3638F709D6FE}"/>
    <dgm:cxn modelId="{95C6D089-40AA-4A2A-9FC3-B478F651BF8A}" type="presParOf" srcId="{1C98F082-06DE-4374-B488-C6F8F4B8668D}" destId="{F11ADDAA-57D1-4B0F-855B-552DD2CFC6DC}" srcOrd="0" destOrd="0" presId="urn:microsoft.com/office/officeart/2005/8/layout/vList2"/>
    <dgm:cxn modelId="{04474C06-85C3-4CE9-80F4-5103D199E1CD}" type="presParOf" srcId="{1C98F082-06DE-4374-B488-C6F8F4B8668D}" destId="{8AB35377-EB76-4D90-95E7-1688C562D812}" srcOrd="1" destOrd="0" presId="urn:microsoft.com/office/officeart/2005/8/layout/vList2"/>
    <dgm:cxn modelId="{A87B2677-2076-474E-A962-D471620CAF70}" type="presParOf" srcId="{1C98F082-06DE-4374-B488-C6F8F4B8668D}" destId="{6CF32EE0-5A82-46E7-ABD8-B88DE53B1453}" srcOrd="2" destOrd="0" presId="urn:microsoft.com/office/officeart/2005/8/layout/vList2"/>
    <dgm:cxn modelId="{D3E8B961-8E79-4FA0-9248-7C2833C40F2D}" type="presParOf" srcId="{1C98F082-06DE-4374-B488-C6F8F4B8668D}" destId="{E39792FC-FDE7-462E-A1D8-C3B5C3572C43}" srcOrd="3" destOrd="0" presId="urn:microsoft.com/office/officeart/2005/8/layout/vList2"/>
    <dgm:cxn modelId="{6ABCC8AD-280D-4284-BF3A-7010B0657DF2}" type="presParOf" srcId="{1C98F082-06DE-4374-B488-C6F8F4B8668D}" destId="{56723D86-6A59-403F-A4BB-2C860992B33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866AC80-25D7-4D18-8556-548EE1329020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8F3CA5B9-F1FD-400D-8F15-2887F81FD9B3}">
      <dgm:prSet/>
      <dgm:spPr/>
      <dgm:t>
        <a:bodyPr/>
        <a:lstStyle/>
        <a:p>
          <a:r>
            <a:rPr lang="en-US"/>
            <a:t>Includes:</a:t>
          </a:r>
        </a:p>
      </dgm:t>
    </dgm:pt>
    <dgm:pt modelId="{C2CAB8C9-2056-4427-B0BA-C3E94464F95D}" type="parTrans" cxnId="{6A8068E5-7B9F-49B7-AD9E-3F7D7B4D6623}">
      <dgm:prSet/>
      <dgm:spPr/>
      <dgm:t>
        <a:bodyPr/>
        <a:lstStyle/>
        <a:p>
          <a:endParaRPr lang="en-US"/>
        </a:p>
      </dgm:t>
    </dgm:pt>
    <dgm:pt modelId="{5EAFF1F8-42F3-42E3-BBCD-36BF30751E75}" type="sibTrans" cxnId="{6A8068E5-7B9F-49B7-AD9E-3F7D7B4D6623}">
      <dgm:prSet/>
      <dgm:spPr/>
      <dgm:t>
        <a:bodyPr/>
        <a:lstStyle/>
        <a:p>
          <a:endParaRPr lang="en-US"/>
        </a:p>
      </dgm:t>
    </dgm:pt>
    <dgm:pt modelId="{CC93AA73-BF14-442A-BEA5-6E49AC11F520}">
      <dgm:prSet/>
      <dgm:spPr/>
      <dgm:t>
        <a:bodyPr/>
        <a:lstStyle/>
        <a:p>
          <a:r>
            <a:rPr lang="en-US"/>
            <a:t>BMI vs CVD risk score</a:t>
          </a:r>
        </a:p>
      </dgm:t>
    </dgm:pt>
    <dgm:pt modelId="{E55C8609-90E2-4FE7-B98E-71AA35E0C3E0}" type="parTrans" cxnId="{04F30DCB-3EC3-4353-B96C-973748E8EE43}">
      <dgm:prSet/>
      <dgm:spPr/>
      <dgm:t>
        <a:bodyPr/>
        <a:lstStyle/>
        <a:p>
          <a:endParaRPr lang="en-US"/>
        </a:p>
      </dgm:t>
    </dgm:pt>
    <dgm:pt modelId="{C5F77840-5C92-4D26-9B90-5669ABBEBFE4}" type="sibTrans" cxnId="{04F30DCB-3EC3-4353-B96C-973748E8EE43}">
      <dgm:prSet/>
      <dgm:spPr/>
      <dgm:t>
        <a:bodyPr/>
        <a:lstStyle/>
        <a:p>
          <a:endParaRPr lang="en-US"/>
        </a:p>
      </dgm:t>
    </dgm:pt>
    <dgm:pt modelId="{EB8B93EC-009E-4FDA-AEDC-2B4BE05BCE21}">
      <dgm:prSet/>
      <dgm:spPr/>
      <dgm:t>
        <a:bodyPr/>
        <a:lstStyle/>
        <a:p>
          <a:r>
            <a:rPr lang="en-US"/>
            <a:t>Histograms &amp; Boxplots</a:t>
          </a:r>
        </a:p>
      </dgm:t>
    </dgm:pt>
    <dgm:pt modelId="{1773180E-C7FE-4B90-BAC5-835840650D90}" type="parTrans" cxnId="{C13C0981-72E8-44B1-90A9-EC680645BB41}">
      <dgm:prSet/>
      <dgm:spPr/>
      <dgm:t>
        <a:bodyPr/>
        <a:lstStyle/>
        <a:p>
          <a:endParaRPr lang="en-US"/>
        </a:p>
      </dgm:t>
    </dgm:pt>
    <dgm:pt modelId="{2E65A9F0-4A66-4C03-A02B-133F893FD591}" type="sibTrans" cxnId="{C13C0981-72E8-44B1-90A9-EC680645BB41}">
      <dgm:prSet/>
      <dgm:spPr/>
      <dgm:t>
        <a:bodyPr/>
        <a:lstStyle/>
        <a:p>
          <a:endParaRPr lang="en-US"/>
        </a:p>
      </dgm:t>
    </dgm:pt>
    <dgm:pt modelId="{841BB660-FE05-473D-AB85-A4D7CCBC2D13}">
      <dgm:prSet/>
      <dgm:spPr/>
      <dgm:t>
        <a:bodyPr/>
        <a:lstStyle/>
        <a:p>
          <a:r>
            <a:rPr lang="en-US"/>
            <a:t>Correlation Heatmap</a:t>
          </a:r>
        </a:p>
      </dgm:t>
    </dgm:pt>
    <dgm:pt modelId="{442EBC6D-B0C8-43C8-B43D-E1F3E68DB604}" type="parTrans" cxnId="{EA68E685-F5B8-47C1-B444-22FA27A67337}">
      <dgm:prSet/>
      <dgm:spPr/>
      <dgm:t>
        <a:bodyPr/>
        <a:lstStyle/>
        <a:p>
          <a:endParaRPr lang="en-US"/>
        </a:p>
      </dgm:t>
    </dgm:pt>
    <dgm:pt modelId="{792881D0-0FB2-48A8-9B16-F13A7D95B468}" type="sibTrans" cxnId="{EA68E685-F5B8-47C1-B444-22FA27A67337}">
      <dgm:prSet/>
      <dgm:spPr/>
      <dgm:t>
        <a:bodyPr/>
        <a:lstStyle/>
        <a:p>
          <a:endParaRPr lang="en-US"/>
        </a:p>
      </dgm:t>
    </dgm:pt>
    <dgm:pt modelId="{D08478CC-E47A-47F9-9593-B9822522CB2A}">
      <dgm:prSet/>
      <dgm:spPr/>
      <dgm:t>
        <a:bodyPr/>
        <a:lstStyle/>
        <a:p>
          <a:r>
            <a:rPr lang="en-US"/>
            <a:t>Logistic Regression Model</a:t>
          </a:r>
        </a:p>
      </dgm:t>
    </dgm:pt>
    <dgm:pt modelId="{B2D0CD6B-C147-4833-8C6C-3BB5C23994B8}" type="parTrans" cxnId="{DDC93C56-A24F-44D3-94D6-09DAC529E0D2}">
      <dgm:prSet/>
      <dgm:spPr/>
      <dgm:t>
        <a:bodyPr/>
        <a:lstStyle/>
        <a:p>
          <a:endParaRPr lang="en-US"/>
        </a:p>
      </dgm:t>
    </dgm:pt>
    <dgm:pt modelId="{AEDF8D33-24FC-436F-AFA0-C6BE580B2531}" type="sibTrans" cxnId="{DDC93C56-A24F-44D3-94D6-09DAC529E0D2}">
      <dgm:prSet/>
      <dgm:spPr/>
      <dgm:t>
        <a:bodyPr/>
        <a:lstStyle/>
        <a:p>
          <a:endParaRPr lang="en-US"/>
        </a:p>
      </dgm:t>
    </dgm:pt>
    <dgm:pt modelId="{762C8E7F-DB1E-448B-B4AA-1D56BE8B1A5A}" type="pres">
      <dgm:prSet presAssocID="{2866AC80-25D7-4D18-8556-548EE1329020}" presName="vert0" presStyleCnt="0">
        <dgm:presLayoutVars>
          <dgm:dir/>
          <dgm:animOne val="branch"/>
          <dgm:animLvl val="lvl"/>
        </dgm:presLayoutVars>
      </dgm:prSet>
      <dgm:spPr/>
    </dgm:pt>
    <dgm:pt modelId="{4037AE44-C28D-4744-8AE3-EDD0B311D3C0}" type="pres">
      <dgm:prSet presAssocID="{8F3CA5B9-F1FD-400D-8F15-2887F81FD9B3}" presName="thickLine" presStyleLbl="alignNode1" presStyleIdx="0" presStyleCnt="5"/>
      <dgm:spPr/>
    </dgm:pt>
    <dgm:pt modelId="{48C6909B-71EE-4CC2-8DB2-AB932D957C63}" type="pres">
      <dgm:prSet presAssocID="{8F3CA5B9-F1FD-400D-8F15-2887F81FD9B3}" presName="horz1" presStyleCnt="0"/>
      <dgm:spPr/>
    </dgm:pt>
    <dgm:pt modelId="{DD417DDB-6797-4141-8D4C-90377528C0CF}" type="pres">
      <dgm:prSet presAssocID="{8F3CA5B9-F1FD-400D-8F15-2887F81FD9B3}" presName="tx1" presStyleLbl="revTx" presStyleIdx="0" presStyleCnt="5"/>
      <dgm:spPr/>
    </dgm:pt>
    <dgm:pt modelId="{888A3AC3-3AB2-4403-9F99-3C11B41A90B2}" type="pres">
      <dgm:prSet presAssocID="{8F3CA5B9-F1FD-400D-8F15-2887F81FD9B3}" presName="vert1" presStyleCnt="0"/>
      <dgm:spPr/>
    </dgm:pt>
    <dgm:pt modelId="{D91F8923-74DB-4014-AFFB-D36985D0DD9C}" type="pres">
      <dgm:prSet presAssocID="{CC93AA73-BF14-442A-BEA5-6E49AC11F520}" presName="thickLine" presStyleLbl="alignNode1" presStyleIdx="1" presStyleCnt="5"/>
      <dgm:spPr/>
    </dgm:pt>
    <dgm:pt modelId="{10BD5156-EF40-4B49-9C84-4EFD26B4EACB}" type="pres">
      <dgm:prSet presAssocID="{CC93AA73-BF14-442A-BEA5-6E49AC11F520}" presName="horz1" presStyleCnt="0"/>
      <dgm:spPr/>
    </dgm:pt>
    <dgm:pt modelId="{87793D4D-5562-46FE-BBB2-F455FAE9D7CE}" type="pres">
      <dgm:prSet presAssocID="{CC93AA73-BF14-442A-BEA5-6E49AC11F520}" presName="tx1" presStyleLbl="revTx" presStyleIdx="1" presStyleCnt="5"/>
      <dgm:spPr/>
    </dgm:pt>
    <dgm:pt modelId="{A141F065-02EE-4256-AFAC-C3456C200EAD}" type="pres">
      <dgm:prSet presAssocID="{CC93AA73-BF14-442A-BEA5-6E49AC11F520}" presName="vert1" presStyleCnt="0"/>
      <dgm:spPr/>
    </dgm:pt>
    <dgm:pt modelId="{E156D70A-2A26-4A90-A472-8B06A951C14D}" type="pres">
      <dgm:prSet presAssocID="{EB8B93EC-009E-4FDA-AEDC-2B4BE05BCE21}" presName="thickLine" presStyleLbl="alignNode1" presStyleIdx="2" presStyleCnt="5"/>
      <dgm:spPr/>
    </dgm:pt>
    <dgm:pt modelId="{10DE2333-C39B-4D02-B6DD-A3912F22D024}" type="pres">
      <dgm:prSet presAssocID="{EB8B93EC-009E-4FDA-AEDC-2B4BE05BCE21}" presName="horz1" presStyleCnt="0"/>
      <dgm:spPr/>
    </dgm:pt>
    <dgm:pt modelId="{FC73E545-54CE-4B6A-893C-B1B83F369556}" type="pres">
      <dgm:prSet presAssocID="{EB8B93EC-009E-4FDA-AEDC-2B4BE05BCE21}" presName="tx1" presStyleLbl="revTx" presStyleIdx="2" presStyleCnt="5"/>
      <dgm:spPr/>
    </dgm:pt>
    <dgm:pt modelId="{30764FE9-C9F4-4BF8-9B37-E4F68A246230}" type="pres">
      <dgm:prSet presAssocID="{EB8B93EC-009E-4FDA-AEDC-2B4BE05BCE21}" presName="vert1" presStyleCnt="0"/>
      <dgm:spPr/>
    </dgm:pt>
    <dgm:pt modelId="{9D9B7BF0-6CF8-4F6A-942A-092AF92A682C}" type="pres">
      <dgm:prSet presAssocID="{841BB660-FE05-473D-AB85-A4D7CCBC2D13}" presName="thickLine" presStyleLbl="alignNode1" presStyleIdx="3" presStyleCnt="5"/>
      <dgm:spPr/>
    </dgm:pt>
    <dgm:pt modelId="{4395180B-B277-4D4D-A7FD-D681FAF35515}" type="pres">
      <dgm:prSet presAssocID="{841BB660-FE05-473D-AB85-A4D7CCBC2D13}" presName="horz1" presStyleCnt="0"/>
      <dgm:spPr/>
    </dgm:pt>
    <dgm:pt modelId="{0FF064EA-8122-4125-B999-5CD3D7419953}" type="pres">
      <dgm:prSet presAssocID="{841BB660-FE05-473D-AB85-A4D7CCBC2D13}" presName="tx1" presStyleLbl="revTx" presStyleIdx="3" presStyleCnt="5"/>
      <dgm:spPr/>
    </dgm:pt>
    <dgm:pt modelId="{F7612491-A222-4EF3-B6F3-14490C361AA8}" type="pres">
      <dgm:prSet presAssocID="{841BB660-FE05-473D-AB85-A4D7CCBC2D13}" presName="vert1" presStyleCnt="0"/>
      <dgm:spPr/>
    </dgm:pt>
    <dgm:pt modelId="{D424040B-F394-4C0F-9432-8313E7AA970A}" type="pres">
      <dgm:prSet presAssocID="{D08478CC-E47A-47F9-9593-B9822522CB2A}" presName="thickLine" presStyleLbl="alignNode1" presStyleIdx="4" presStyleCnt="5"/>
      <dgm:spPr/>
    </dgm:pt>
    <dgm:pt modelId="{E4A2244F-5A58-4526-8E25-A0E5E92D3AB2}" type="pres">
      <dgm:prSet presAssocID="{D08478CC-E47A-47F9-9593-B9822522CB2A}" presName="horz1" presStyleCnt="0"/>
      <dgm:spPr/>
    </dgm:pt>
    <dgm:pt modelId="{E9209423-87BF-4BC6-B3AB-F5D7560AFAF7}" type="pres">
      <dgm:prSet presAssocID="{D08478CC-E47A-47F9-9593-B9822522CB2A}" presName="tx1" presStyleLbl="revTx" presStyleIdx="4" presStyleCnt="5"/>
      <dgm:spPr/>
    </dgm:pt>
    <dgm:pt modelId="{D1ED7625-0DA6-456B-9E83-91EC1318D4A0}" type="pres">
      <dgm:prSet presAssocID="{D08478CC-E47A-47F9-9593-B9822522CB2A}" presName="vert1" presStyleCnt="0"/>
      <dgm:spPr/>
    </dgm:pt>
  </dgm:ptLst>
  <dgm:cxnLst>
    <dgm:cxn modelId="{49393225-2472-46CA-AB34-D830B8C7BCD8}" type="presOf" srcId="{2866AC80-25D7-4D18-8556-548EE1329020}" destId="{762C8E7F-DB1E-448B-B4AA-1D56BE8B1A5A}" srcOrd="0" destOrd="0" presId="urn:microsoft.com/office/officeart/2008/layout/LinedList"/>
    <dgm:cxn modelId="{46088A5E-CABA-4B68-BDBD-7A6E8F119E7D}" type="presOf" srcId="{EB8B93EC-009E-4FDA-AEDC-2B4BE05BCE21}" destId="{FC73E545-54CE-4B6A-893C-B1B83F369556}" srcOrd="0" destOrd="0" presId="urn:microsoft.com/office/officeart/2008/layout/LinedList"/>
    <dgm:cxn modelId="{5978DF75-2935-40F2-B087-B783DEF1A98D}" type="presOf" srcId="{8F3CA5B9-F1FD-400D-8F15-2887F81FD9B3}" destId="{DD417DDB-6797-4141-8D4C-90377528C0CF}" srcOrd="0" destOrd="0" presId="urn:microsoft.com/office/officeart/2008/layout/LinedList"/>
    <dgm:cxn modelId="{DDC93C56-A24F-44D3-94D6-09DAC529E0D2}" srcId="{2866AC80-25D7-4D18-8556-548EE1329020}" destId="{D08478CC-E47A-47F9-9593-B9822522CB2A}" srcOrd="4" destOrd="0" parTransId="{B2D0CD6B-C147-4833-8C6C-3BB5C23994B8}" sibTransId="{AEDF8D33-24FC-436F-AFA0-C6BE580B2531}"/>
    <dgm:cxn modelId="{185A4D7A-7E00-4FCF-A012-E4CAF0F8E0DB}" type="presOf" srcId="{CC93AA73-BF14-442A-BEA5-6E49AC11F520}" destId="{87793D4D-5562-46FE-BBB2-F455FAE9D7CE}" srcOrd="0" destOrd="0" presId="urn:microsoft.com/office/officeart/2008/layout/LinedList"/>
    <dgm:cxn modelId="{C13C0981-72E8-44B1-90A9-EC680645BB41}" srcId="{2866AC80-25D7-4D18-8556-548EE1329020}" destId="{EB8B93EC-009E-4FDA-AEDC-2B4BE05BCE21}" srcOrd="2" destOrd="0" parTransId="{1773180E-C7FE-4B90-BAC5-835840650D90}" sibTransId="{2E65A9F0-4A66-4C03-A02B-133F893FD591}"/>
    <dgm:cxn modelId="{EA68E685-F5B8-47C1-B444-22FA27A67337}" srcId="{2866AC80-25D7-4D18-8556-548EE1329020}" destId="{841BB660-FE05-473D-AB85-A4D7CCBC2D13}" srcOrd="3" destOrd="0" parTransId="{442EBC6D-B0C8-43C8-B43D-E1F3E68DB604}" sibTransId="{792881D0-0FB2-48A8-9B16-F13A7D95B468}"/>
    <dgm:cxn modelId="{1EB7788C-CC2F-4E7F-8AF8-970591B7B085}" type="presOf" srcId="{841BB660-FE05-473D-AB85-A4D7CCBC2D13}" destId="{0FF064EA-8122-4125-B999-5CD3D7419953}" srcOrd="0" destOrd="0" presId="urn:microsoft.com/office/officeart/2008/layout/LinedList"/>
    <dgm:cxn modelId="{04F30DCB-3EC3-4353-B96C-973748E8EE43}" srcId="{2866AC80-25D7-4D18-8556-548EE1329020}" destId="{CC93AA73-BF14-442A-BEA5-6E49AC11F520}" srcOrd="1" destOrd="0" parTransId="{E55C8609-90E2-4FE7-B98E-71AA35E0C3E0}" sibTransId="{C5F77840-5C92-4D26-9B90-5669ABBEBFE4}"/>
    <dgm:cxn modelId="{FD71DBDE-711B-4EC1-958A-60FB67C30882}" type="presOf" srcId="{D08478CC-E47A-47F9-9593-B9822522CB2A}" destId="{E9209423-87BF-4BC6-B3AB-F5D7560AFAF7}" srcOrd="0" destOrd="0" presId="urn:microsoft.com/office/officeart/2008/layout/LinedList"/>
    <dgm:cxn modelId="{6A8068E5-7B9F-49B7-AD9E-3F7D7B4D6623}" srcId="{2866AC80-25D7-4D18-8556-548EE1329020}" destId="{8F3CA5B9-F1FD-400D-8F15-2887F81FD9B3}" srcOrd="0" destOrd="0" parTransId="{C2CAB8C9-2056-4427-B0BA-C3E94464F95D}" sibTransId="{5EAFF1F8-42F3-42E3-BBCD-36BF30751E75}"/>
    <dgm:cxn modelId="{45DE8F58-E7C8-4AEB-AB76-D713F50ABB64}" type="presParOf" srcId="{762C8E7F-DB1E-448B-B4AA-1D56BE8B1A5A}" destId="{4037AE44-C28D-4744-8AE3-EDD0B311D3C0}" srcOrd="0" destOrd="0" presId="urn:microsoft.com/office/officeart/2008/layout/LinedList"/>
    <dgm:cxn modelId="{391BEEA9-C769-4F50-AE8B-47BE38487DB9}" type="presParOf" srcId="{762C8E7F-DB1E-448B-B4AA-1D56BE8B1A5A}" destId="{48C6909B-71EE-4CC2-8DB2-AB932D957C63}" srcOrd="1" destOrd="0" presId="urn:microsoft.com/office/officeart/2008/layout/LinedList"/>
    <dgm:cxn modelId="{BCD361DE-1117-4817-8CB3-BDD7216524B1}" type="presParOf" srcId="{48C6909B-71EE-4CC2-8DB2-AB932D957C63}" destId="{DD417DDB-6797-4141-8D4C-90377528C0CF}" srcOrd="0" destOrd="0" presId="urn:microsoft.com/office/officeart/2008/layout/LinedList"/>
    <dgm:cxn modelId="{D3AD803F-D71F-4BBA-B3FC-0552DC930057}" type="presParOf" srcId="{48C6909B-71EE-4CC2-8DB2-AB932D957C63}" destId="{888A3AC3-3AB2-4403-9F99-3C11B41A90B2}" srcOrd="1" destOrd="0" presId="urn:microsoft.com/office/officeart/2008/layout/LinedList"/>
    <dgm:cxn modelId="{E2A8D6DC-CE80-466F-96B6-41BE0B7F6519}" type="presParOf" srcId="{762C8E7F-DB1E-448B-B4AA-1D56BE8B1A5A}" destId="{D91F8923-74DB-4014-AFFB-D36985D0DD9C}" srcOrd="2" destOrd="0" presId="urn:microsoft.com/office/officeart/2008/layout/LinedList"/>
    <dgm:cxn modelId="{1618D81D-3390-4EFC-93DF-223F94D3E6E2}" type="presParOf" srcId="{762C8E7F-DB1E-448B-B4AA-1D56BE8B1A5A}" destId="{10BD5156-EF40-4B49-9C84-4EFD26B4EACB}" srcOrd="3" destOrd="0" presId="urn:microsoft.com/office/officeart/2008/layout/LinedList"/>
    <dgm:cxn modelId="{8794409C-38BC-4C6F-AE13-EE7F08321BE4}" type="presParOf" srcId="{10BD5156-EF40-4B49-9C84-4EFD26B4EACB}" destId="{87793D4D-5562-46FE-BBB2-F455FAE9D7CE}" srcOrd="0" destOrd="0" presId="urn:microsoft.com/office/officeart/2008/layout/LinedList"/>
    <dgm:cxn modelId="{B05AACF1-DF10-4DC3-8255-6AFE7786849E}" type="presParOf" srcId="{10BD5156-EF40-4B49-9C84-4EFD26B4EACB}" destId="{A141F065-02EE-4256-AFAC-C3456C200EAD}" srcOrd="1" destOrd="0" presId="urn:microsoft.com/office/officeart/2008/layout/LinedList"/>
    <dgm:cxn modelId="{48E75101-132D-4570-825D-BDBD1D380072}" type="presParOf" srcId="{762C8E7F-DB1E-448B-B4AA-1D56BE8B1A5A}" destId="{E156D70A-2A26-4A90-A472-8B06A951C14D}" srcOrd="4" destOrd="0" presId="urn:microsoft.com/office/officeart/2008/layout/LinedList"/>
    <dgm:cxn modelId="{AEC3BBAB-8E46-4814-BB8D-ED8EBA862D0E}" type="presParOf" srcId="{762C8E7F-DB1E-448B-B4AA-1D56BE8B1A5A}" destId="{10DE2333-C39B-4D02-B6DD-A3912F22D024}" srcOrd="5" destOrd="0" presId="urn:microsoft.com/office/officeart/2008/layout/LinedList"/>
    <dgm:cxn modelId="{1333B537-BC6B-4679-8D8F-0617110D9134}" type="presParOf" srcId="{10DE2333-C39B-4D02-B6DD-A3912F22D024}" destId="{FC73E545-54CE-4B6A-893C-B1B83F369556}" srcOrd="0" destOrd="0" presId="urn:microsoft.com/office/officeart/2008/layout/LinedList"/>
    <dgm:cxn modelId="{7159AD1C-8339-4877-B794-40FEBFB29984}" type="presParOf" srcId="{10DE2333-C39B-4D02-B6DD-A3912F22D024}" destId="{30764FE9-C9F4-4BF8-9B37-E4F68A246230}" srcOrd="1" destOrd="0" presId="urn:microsoft.com/office/officeart/2008/layout/LinedList"/>
    <dgm:cxn modelId="{1B7B6FFB-043A-4EB9-861A-CF30C977FC2E}" type="presParOf" srcId="{762C8E7F-DB1E-448B-B4AA-1D56BE8B1A5A}" destId="{9D9B7BF0-6CF8-4F6A-942A-092AF92A682C}" srcOrd="6" destOrd="0" presId="urn:microsoft.com/office/officeart/2008/layout/LinedList"/>
    <dgm:cxn modelId="{E9D7DEC2-1262-4ED4-B8D7-466AA95FDEB0}" type="presParOf" srcId="{762C8E7F-DB1E-448B-B4AA-1D56BE8B1A5A}" destId="{4395180B-B277-4D4D-A7FD-D681FAF35515}" srcOrd="7" destOrd="0" presId="urn:microsoft.com/office/officeart/2008/layout/LinedList"/>
    <dgm:cxn modelId="{A9B47011-E888-4BC9-BC0E-C0EF858C683D}" type="presParOf" srcId="{4395180B-B277-4D4D-A7FD-D681FAF35515}" destId="{0FF064EA-8122-4125-B999-5CD3D7419953}" srcOrd="0" destOrd="0" presId="urn:microsoft.com/office/officeart/2008/layout/LinedList"/>
    <dgm:cxn modelId="{B40AC347-3C56-4746-9AB2-34BDCF0BB3A5}" type="presParOf" srcId="{4395180B-B277-4D4D-A7FD-D681FAF35515}" destId="{F7612491-A222-4EF3-B6F3-14490C361AA8}" srcOrd="1" destOrd="0" presId="urn:microsoft.com/office/officeart/2008/layout/LinedList"/>
    <dgm:cxn modelId="{16E7EAA0-CD2B-49FF-9A85-CD1064100BAA}" type="presParOf" srcId="{762C8E7F-DB1E-448B-B4AA-1D56BE8B1A5A}" destId="{D424040B-F394-4C0F-9432-8313E7AA970A}" srcOrd="8" destOrd="0" presId="urn:microsoft.com/office/officeart/2008/layout/LinedList"/>
    <dgm:cxn modelId="{F85C2BA0-9A77-43BC-A4B3-04F32CEBA186}" type="presParOf" srcId="{762C8E7F-DB1E-448B-B4AA-1D56BE8B1A5A}" destId="{E4A2244F-5A58-4526-8E25-A0E5E92D3AB2}" srcOrd="9" destOrd="0" presId="urn:microsoft.com/office/officeart/2008/layout/LinedList"/>
    <dgm:cxn modelId="{074D1BE3-371B-4AFD-9339-A6687D427B65}" type="presParOf" srcId="{E4A2244F-5A58-4526-8E25-A0E5E92D3AB2}" destId="{E9209423-87BF-4BC6-B3AB-F5D7560AFAF7}" srcOrd="0" destOrd="0" presId="urn:microsoft.com/office/officeart/2008/layout/LinedList"/>
    <dgm:cxn modelId="{D46D32F5-179D-4ACB-85B4-36490A6A9359}" type="presParOf" srcId="{E4A2244F-5A58-4526-8E25-A0E5E92D3AB2}" destId="{D1ED7625-0DA6-456B-9E83-91EC1318D4A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427C5F7-8DBF-480D-B3CD-902B7F6F826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2AE0433-133B-49B7-8C65-E1CCC3A51DFD}">
      <dgm:prSet/>
      <dgm:spPr/>
      <dgm:t>
        <a:bodyPr/>
        <a:lstStyle/>
        <a:p>
          <a:r>
            <a:rPr lang="en-US" dirty="0"/>
            <a:t>Logistic Regression Accuracy: 93%</a:t>
          </a:r>
        </a:p>
      </dgm:t>
    </dgm:pt>
    <dgm:pt modelId="{DA92C52B-A006-4B73-ABE1-0464F8A8CD12}" type="parTrans" cxnId="{01EC6D48-7DCB-47AE-8E56-036F92EAF20E}">
      <dgm:prSet/>
      <dgm:spPr/>
      <dgm:t>
        <a:bodyPr/>
        <a:lstStyle/>
        <a:p>
          <a:endParaRPr lang="en-US"/>
        </a:p>
      </dgm:t>
    </dgm:pt>
    <dgm:pt modelId="{14133ECC-96A8-4A3E-9050-9B8344FA7DDA}" type="sibTrans" cxnId="{01EC6D48-7DCB-47AE-8E56-036F92EAF20E}">
      <dgm:prSet/>
      <dgm:spPr/>
      <dgm:t>
        <a:bodyPr/>
        <a:lstStyle/>
        <a:p>
          <a:endParaRPr lang="en-US"/>
        </a:p>
      </dgm:t>
    </dgm:pt>
    <dgm:pt modelId="{AAE4F1D0-0717-49F9-94D5-12C0F3F345B7}">
      <dgm:prSet/>
      <dgm:spPr/>
      <dgm:t>
        <a:bodyPr/>
        <a:lstStyle/>
        <a:p>
          <a:r>
            <a:rPr lang="en-US"/>
            <a:t>Key Risk Factors: BMI &amp; Systolic BP</a:t>
          </a:r>
        </a:p>
      </dgm:t>
    </dgm:pt>
    <dgm:pt modelId="{CE50FE61-3708-4814-8A8F-7535E2942B95}" type="parTrans" cxnId="{7F8562FF-DB39-4BB0-969C-0C352FDFA73D}">
      <dgm:prSet/>
      <dgm:spPr/>
      <dgm:t>
        <a:bodyPr/>
        <a:lstStyle/>
        <a:p>
          <a:endParaRPr lang="en-US"/>
        </a:p>
      </dgm:t>
    </dgm:pt>
    <dgm:pt modelId="{DD39FD8F-C1FB-4CA1-9EAE-B75632866172}" type="sibTrans" cxnId="{7F8562FF-DB39-4BB0-969C-0C352FDFA73D}">
      <dgm:prSet/>
      <dgm:spPr/>
      <dgm:t>
        <a:bodyPr/>
        <a:lstStyle/>
        <a:p>
          <a:endParaRPr lang="en-US"/>
        </a:p>
      </dgm:t>
    </dgm:pt>
    <dgm:pt modelId="{411D9276-8A15-455E-8EC6-A3055F74ED6C}">
      <dgm:prSet/>
      <dgm:spPr/>
      <dgm:t>
        <a:bodyPr/>
        <a:lstStyle/>
        <a:p>
          <a:r>
            <a:rPr lang="en-US"/>
            <a:t>Visual insights via Power BI dashboard</a:t>
          </a:r>
        </a:p>
      </dgm:t>
    </dgm:pt>
    <dgm:pt modelId="{4217D8A8-3C5F-4EB6-A4C3-56E6ABE93C1E}" type="parTrans" cxnId="{73E99AF9-604D-4341-8767-D3662F7E8382}">
      <dgm:prSet/>
      <dgm:spPr/>
      <dgm:t>
        <a:bodyPr/>
        <a:lstStyle/>
        <a:p>
          <a:endParaRPr lang="en-US"/>
        </a:p>
      </dgm:t>
    </dgm:pt>
    <dgm:pt modelId="{2894A0C5-023B-41D0-8ACB-1C25B326A5FD}" type="sibTrans" cxnId="{73E99AF9-604D-4341-8767-D3662F7E8382}">
      <dgm:prSet/>
      <dgm:spPr/>
      <dgm:t>
        <a:bodyPr/>
        <a:lstStyle/>
        <a:p>
          <a:endParaRPr lang="en-US"/>
        </a:p>
      </dgm:t>
    </dgm:pt>
    <dgm:pt modelId="{07565B14-7E22-44B7-ADD8-B984A15A9E64}" type="pres">
      <dgm:prSet presAssocID="{4427C5F7-8DBF-480D-B3CD-902B7F6F826D}" presName="linear" presStyleCnt="0">
        <dgm:presLayoutVars>
          <dgm:animLvl val="lvl"/>
          <dgm:resizeHandles val="exact"/>
        </dgm:presLayoutVars>
      </dgm:prSet>
      <dgm:spPr/>
    </dgm:pt>
    <dgm:pt modelId="{75A9C2FD-E410-4DF2-8A3D-E3280D105561}" type="pres">
      <dgm:prSet presAssocID="{12AE0433-133B-49B7-8C65-E1CCC3A51DF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7B64AA3-EDBA-4F1C-ADD4-86E1CA0F15B2}" type="pres">
      <dgm:prSet presAssocID="{14133ECC-96A8-4A3E-9050-9B8344FA7DDA}" presName="spacer" presStyleCnt="0"/>
      <dgm:spPr/>
    </dgm:pt>
    <dgm:pt modelId="{57834C25-B9B8-483F-9140-570D160CC485}" type="pres">
      <dgm:prSet presAssocID="{AAE4F1D0-0717-49F9-94D5-12C0F3F345B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D451344-C5AC-4530-9E06-3D6EFD559BA2}" type="pres">
      <dgm:prSet presAssocID="{DD39FD8F-C1FB-4CA1-9EAE-B75632866172}" presName="spacer" presStyleCnt="0"/>
      <dgm:spPr/>
    </dgm:pt>
    <dgm:pt modelId="{92B4AAE7-C7CD-42EB-A65D-F56D3F533F90}" type="pres">
      <dgm:prSet presAssocID="{411D9276-8A15-455E-8EC6-A3055F74ED6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480E741-D259-4066-915C-09073813E9FB}" type="presOf" srcId="{411D9276-8A15-455E-8EC6-A3055F74ED6C}" destId="{92B4AAE7-C7CD-42EB-A65D-F56D3F533F90}" srcOrd="0" destOrd="0" presId="urn:microsoft.com/office/officeart/2005/8/layout/vList2"/>
    <dgm:cxn modelId="{01EC6D48-7DCB-47AE-8E56-036F92EAF20E}" srcId="{4427C5F7-8DBF-480D-B3CD-902B7F6F826D}" destId="{12AE0433-133B-49B7-8C65-E1CCC3A51DFD}" srcOrd="0" destOrd="0" parTransId="{DA92C52B-A006-4B73-ABE1-0464F8A8CD12}" sibTransId="{14133ECC-96A8-4A3E-9050-9B8344FA7DDA}"/>
    <dgm:cxn modelId="{09B2586D-45AE-48C5-A479-5E573149BF00}" type="presOf" srcId="{AAE4F1D0-0717-49F9-94D5-12C0F3F345B7}" destId="{57834C25-B9B8-483F-9140-570D160CC485}" srcOrd="0" destOrd="0" presId="urn:microsoft.com/office/officeart/2005/8/layout/vList2"/>
    <dgm:cxn modelId="{CA5897BE-9915-4458-9E16-B94E01638D43}" type="presOf" srcId="{12AE0433-133B-49B7-8C65-E1CCC3A51DFD}" destId="{75A9C2FD-E410-4DF2-8A3D-E3280D105561}" srcOrd="0" destOrd="0" presId="urn:microsoft.com/office/officeart/2005/8/layout/vList2"/>
    <dgm:cxn modelId="{75A024CA-4815-48C9-870E-FEAEC2D5E137}" type="presOf" srcId="{4427C5F7-8DBF-480D-B3CD-902B7F6F826D}" destId="{07565B14-7E22-44B7-ADD8-B984A15A9E64}" srcOrd="0" destOrd="0" presId="urn:microsoft.com/office/officeart/2005/8/layout/vList2"/>
    <dgm:cxn modelId="{73E99AF9-604D-4341-8767-D3662F7E8382}" srcId="{4427C5F7-8DBF-480D-B3CD-902B7F6F826D}" destId="{411D9276-8A15-455E-8EC6-A3055F74ED6C}" srcOrd="2" destOrd="0" parTransId="{4217D8A8-3C5F-4EB6-A4C3-56E6ABE93C1E}" sibTransId="{2894A0C5-023B-41D0-8ACB-1C25B326A5FD}"/>
    <dgm:cxn modelId="{7F8562FF-DB39-4BB0-969C-0C352FDFA73D}" srcId="{4427C5F7-8DBF-480D-B3CD-902B7F6F826D}" destId="{AAE4F1D0-0717-49F9-94D5-12C0F3F345B7}" srcOrd="1" destOrd="0" parTransId="{CE50FE61-3708-4814-8A8F-7535E2942B95}" sibTransId="{DD39FD8F-C1FB-4CA1-9EAE-B75632866172}"/>
    <dgm:cxn modelId="{0421DED0-2023-4437-A469-72F22DA539C7}" type="presParOf" srcId="{07565B14-7E22-44B7-ADD8-B984A15A9E64}" destId="{75A9C2FD-E410-4DF2-8A3D-E3280D105561}" srcOrd="0" destOrd="0" presId="urn:microsoft.com/office/officeart/2005/8/layout/vList2"/>
    <dgm:cxn modelId="{8891F136-6B93-4B2A-A084-36757958E94C}" type="presParOf" srcId="{07565B14-7E22-44B7-ADD8-B984A15A9E64}" destId="{17B64AA3-EDBA-4F1C-ADD4-86E1CA0F15B2}" srcOrd="1" destOrd="0" presId="urn:microsoft.com/office/officeart/2005/8/layout/vList2"/>
    <dgm:cxn modelId="{585AE84D-DCA5-4AD7-B0A1-817C91AAD75A}" type="presParOf" srcId="{07565B14-7E22-44B7-ADD8-B984A15A9E64}" destId="{57834C25-B9B8-483F-9140-570D160CC485}" srcOrd="2" destOrd="0" presId="urn:microsoft.com/office/officeart/2005/8/layout/vList2"/>
    <dgm:cxn modelId="{4BCD0927-600F-488D-843F-0B4BDA7E686D}" type="presParOf" srcId="{07565B14-7E22-44B7-ADD8-B984A15A9E64}" destId="{DD451344-C5AC-4530-9E06-3D6EFD559BA2}" srcOrd="3" destOrd="0" presId="urn:microsoft.com/office/officeart/2005/8/layout/vList2"/>
    <dgm:cxn modelId="{9DBDD477-3CAD-4A2B-8164-F00B88FDD4FB}" type="presParOf" srcId="{07565B14-7E22-44B7-ADD8-B984A15A9E64}" destId="{92B4AAE7-C7CD-42EB-A65D-F56D3F533F9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C7E2E35-CEC3-42E4-8879-E5991C3EC059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CF8D5803-4255-4B3F-9919-DE581322E88E}">
      <dgm:prSet/>
      <dgm:spPr/>
      <dgm:t>
        <a:bodyPr/>
        <a:lstStyle/>
        <a:p>
          <a:r>
            <a:rPr lang="en-US"/>
            <a:t>Patient Health Overview</a:t>
          </a:r>
        </a:p>
      </dgm:t>
    </dgm:pt>
    <dgm:pt modelId="{8333BBC8-2A73-45DD-A8AB-4AC5E274073D}" type="parTrans" cxnId="{77DFFFA8-9378-4F1E-9482-C36AEAD30C6D}">
      <dgm:prSet/>
      <dgm:spPr/>
      <dgm:t>
        <a:bodyPr/>
        <a:lstStyle/>
        <a:p>
          <a:endParaRPr lang="en-US"/>
        </a:p>
      </dgm:t>
    </dgm:pt>
    <dgm:pt modelId="{E4BCFD35-8DDD-44F0-A7AB-6969CB8EB3C9}" type="sibTrans" cxnId="{77DFFFA8-9378-4F1E-9482-C36AEAD30C6D}">
      <dgm:prSet/>
      <dgm:spPr/>
      <dgm:t>
        <a:bodyPr/>
        <a:lstStyle/>
        <a:p>
          <a:endParaRPr lang="en-US"/>
        </a:p>
      </dgm:t>
    </dgm:pt>
    <dgm:pt modelId="{6657B559-5805-4B36-BAFE-A86CFD315F11}">
      <dgm:prSet/>
      <dgm:spPr/>
      <dgm:t>
        <a:bodyPr/>
        <a:lstStyle/>
        <a:p>
          <a:r>
            <a:rPr lang="en-US"/>
            <a:t>Lifestyle &amp; Risk Factors</a:t>
          </a:r>
        </a:p>
      </dgm:t>
    </dgm:pt>
    <dgm:pt modelId="{0BA0A1A8-68A7-4030-9D8D-7230E910E4C2}" type="parTrans" cxnId="{E36CD06F-BF86-4021-8BF7-FEE0D741437E}">
      <dgm:prSet/>
      <dgm:spPr/>
      <dgm:t>
        <a:bodyPr/>
        <a:lstStyle/>
        <a:p>
          <a:endParaRPr lang="en-US"/>
        </a:p>
      </dgm:t>
    </dgm:pt>
    <dgm:pt modelId="{49FC6638-F037-4835-81E4-AD966FB659B1}" type="sibTrans" cxnId="{E36CD06F-BF86-4021-8BF7-FEE0D741437E}">
      <dgm:prSet/>
      <dgm:spPr/>
      <dgm:t>
        <a:bodyPr/>
        <a:lstStyle/>
        <a:p>
          <a:endParaRPr lang="en-US"/>
        </a:p>
      </dgm:t>
    </dgm:pt>
    <dgm:pt modelId="{69E49AD7-A62F-4DC2-93D8-4A318E3B316D}">
      <dgm:prSet/>
      <dgm:spPr/>
      <dgm:t>
        <a:bodyPr/>
        <a:lstStyle/>
        <a:p>
          <a:r>
            <a:rPr lang="en-US"/>
            <a:t>Blood Pressure &amp; Cholesterol Insights</a:t>
          </a:r>
        </a:p>
      </dgm:t>
    </dgm:pt>
    <dgm:pt modelId="{902B1F79-DFD1-4F6E-9053-C2A8F35DC8AA}" type="parTrans" cxnId="{20B3E2D7-A78D-478D-A89A-6A95E3372B2F}">
      <dgm:prSet/>
      <dgm:spPr/>
      <dgm:t>
        <a:bodyPr/>
        <a:lstStyle/>
        <a:p>
          <a:endParaRPr lang="en-US"/>
        </a:p>
      </dgm:t>
    </dgm:pt>
    <dgm:pt modelId="{13E6C8A7-542C-4442-B6A7-0AA0D9326CD8}" type="sibTrans" cxnId="{20B3E2D7-A78D-478D-A89A-6A95E3372B2F}">
      <dgm:prSet/>
      <dgm:spPr/>
      <dgm:t>
        <a:bodyPr/>
        <a:lstStyle/>
        <a:p>
          <a:endParaRPr lang="en-US"/>
        </a:p>
      </dgm:t>
    </dgm:pt>
    <dgm:pt modelId="{183D472A-5A67-47D7-96BC-3FEC20ADB86D}" type="pres">
      <dgm:prSet presAssocID="{FC7E2E35-CEC3-42E4-8879-E5991C3EC059}" presName="vert0" presStyleCnt="0">
        <dgm:presLayoutVars>
          <dgm:dir/>
          <dgm:animOne val="branch"/>
          <dgm:animLvl val="lvl"/>
        </dgm:presLayoutVars>
      </dgm:prSet>
      <dgm:spPr/>
    </dgm:pt>
    <dgm:pt modelId="{BDEA1718-30F1-424C-AE27-0DDDF31CBFD2}" type="pres">
      <dgm:prSet presAssocID="{CF8D5803-4255-4B3F-9919-DE581322E88E}" presName="thickLine" presStyleLbl="alignNode1" presStyleIdx="0" presStyleCnt="3"/>
      <dgm:spPr/>
    </dgm:pt>
    <dgm:pt modelId="{A415FAD1-F334-43B6-9F3F-A4BD1254BEDD}" type="pres">
      <dgm:prSet presAssocID="{CF8D5803-4255-4B3F-9919-DE581322E88E}" presName="horz1" presStyleCnt="0"/>
      <dgm:spPr/>
    </dgm:pt>
    <dgm:pt modelId="{5E6BE322-7E12-4047-88C9-CFADD723B152}" type="pres">
      <dgm:prSet presAssocID="{CF8D5803-4255-4B3F-9919-DE581322E88E}" presName="tx1" presStyleLbl="revTx" presStyleIdx="0" presStyleCnt="3"/>
      <dgm:spPr/>
    </dgm:pt>
    <dgm:pt modelId="{EC4ACD1F-A3B5-48AD-AF87-2D505A3743A2}" type="pres">
      <dgm:prSet presAssocID="{CF8D5803-4255-4B3F-9919-DE581322E88E}" presName="vert1" presStyleCnt="0"/>
      <dgm:spPr/>
    </dgm:pt>
    <dgm:pt modelId="{B18EAB57-3C35-43E9-A869-8773A0B550F9}" type="pres">
      <dgm:prSet presAssocID="{6657B559-5805-4B36-BAFE-A86CFD315F11}" presName="thickLine" presStyleLbl="alignNode1" presStyleIdx="1" presStyleCnt="3"/>
      <dgm:spPr/>
    </dgm:pt>
    <dgm:pt modelId="{9450274E-2EE4-464C-A638-EC4F5BA58B88}" type="pres">
      <dgm:prSet presAssocID="{6657B559-5805-4B36-BAFE-A86CFD315F11}" presName="horz1" presStyleCnt="0"/>
      <dgm:spPr/>
    </dgm:pt>
    <dgm:pt modelId="{9FBEE849-282E-4BB1-BB7E-BD750B9E2894}" type="pres">
      <dgm:prSet presAssocID="{6657B559-5805-4B36-BAFE-A86CFD315F11}" presName="tx1" presStyleLbl="revTx" presStyleIdx="1" presStyleCnt="3"/>
      <dgm:spPr/>
    </dgm:pt>
    <dgm:pt modelId="{F5164003-ED47-4ACD-8D86-6E4FFA3D7776}" type="pres">
      <dgm:prSet presAssocID="{6657B559-5805-4B36-BAFE-A86CFD315F11}" presName="vert1" presStyleCnt="0"/>
      <dgm:spPr/>
    </dgm:pt>
    <dgm:pt modelId="{CBF0FDAB-F433-4745-A6F3-C22A9D366A6D}" type="pres">
      <dgm:prSet presAssocID="{69E49AD7-A62F-4DC2-93D8-4A318E3B316D}" presName="thickLine" presStyleLbl="alignNode1" presStyleIdx="2" presStyleCnt="3"/>
      <dgm:spPr/>
    </dgm:pt>
    <dgm:pt modelId="{234F025A-0B4E-4CC7-A145-A3493FAA9EEE}" type="pres">
      <dgm:prSet presAssocID="{69E49AD7-A62F-4DC2-93D8-4A318E3B316D}" presName="horz1" presStyleCnt="0"/>
      <dgm:spPr/>
    </dgm:pt>
    <dgm:pt modelId="{B6569977-0C93-4482-BA90-1FC30952D174}" type="pres">
      <dgm:prSet presAssocID="{69E49AD7-A62F-4DC2-93D8-4A318E3B316D}" presName="tx1" presStyleLbl="revTx" presStyleIdx="2" presStyleCnt="3"/>
      <dgm:spPr/>
    </dgm:pt>
    <dgm:pt modelId="{E1FB8177-E7D5-4D31-AD6A-69044966E0DB}" type="pres">
      <dgm:prSet presAssocID="{69E49AD7-A62F-4DC2-93D8-4A318E3B316D}" presName="vert1" presStyleCnt="0"/>
      <dgm:spPr/>
    </dgm:pt>
  </dgm:ptLst>
  <dgm:cxnLst>
    <dgm:cxn modelId="{5447D104-29E7-4C7A-83FD-CD6EFAFA6BE7}" type="presOf" srcId="{FC7E2E35-CEC3-42E4-8879-E5991C3EC059}" destId="{183D472A-5A67-47D7-96BC-3FEC20ADB86D}" srcOrd="0" destOrd="0" presId="urn:microsoft.com/office/officeart/2008/layout/LinedList"/>
    <dgm:cxn modelId="{CECB316F-DE6C-4A0E-A34F-45BE294BB7C1}" type="presOf" srcId="{69E49AD7-A62F-4DC2-93D8-4A318E3B316D}" destId="{B6569977-0C93-4482-BA90-1FC30952D174}" srcOrd="0" destOrd="0" presId="urn:microsoft.com/office/officeart/2008/layout/LinedList"/>
    <dgm:cxn modelId="{E36CD06F-BF86-4021-8BF7-FEE0D741437E}" srcId="{FC7E2E35-CEC3-42E4-8879-E5991C3EC059}" destId="{6657B559-5805-4B36-BAFE-A86CFD315F11}" srcOrd="1" destOrd="0" parTransId="{0BA0A1A8-68A7-4030-9D8D-7230E910E4C2}" sibTransId="{49FC6638-F037-4835-81E4-AD966FB659B1}"/>
    <dgm:cxn modelId="{77DFFFA8-9378-4F1E-9482-C36AEAD30C6D}" srcId="{FC7E2E35-CEC3-42E4-8879-E5991C3EC059}" destId="{CF8D5803-4255-4B3F-9919-DE581322E88E}" srcOrd="0" destOrd="0" parTransId="{8333BBC8-2A73-45DD-A8AB-4AC5E274073D}" sibTransId="{E4BCFD35-8DDD-44F0-A7AB-6969CB8EB3C9}"/>
    <dgm:cxn modelId="{39D251AD-4B81-487F-9810-3F952A9BB212}" type="presOf" srcId="{CF8D5803-4255-4B3F-9919-DE581322E88E}" destId="{5E6BE322-7E12-4047-88C9-CFADD723B152}" srcOrd="0" destOrd="0" presId="urn:microsoft.com/office/officeart/2008/layout/LinedList"/>
    <dgm:cxn modelId="{20B3E2D7-A78D-478D-A89A-6A95E3372B2F}" srcId="{FC7E2E35-CEC3-42E4-8879-E5991C3EC059}" destId="{69E49AD7-A62F-4DC2-93D8-4A318E3B316D}" srcOrd="2" destOrd="0" parTransId="{902B1F79-DFD1-4F6E-9053-C2A8F35DC8AA}" sibTransId="{13E6C8A7-542C-4442-B6A7-0AA0D9326CD8}"/>
    <dgm:cxn modelId="{38F162EA-3067-4FD0-8D1B-F8DF39FB6F3B}" type="presOf" srcId="{6657B559-5805-4B36-BAFE-A86CFD315F11}" destId="{9FBEE849-282E-4BB1-BB7E-BD750B9E2894}" srcOrd="0" destOrd="0" presId="urn:microsoft.com/office/officeart/2008/layout/LinedList"/>
    <dgm:cxn modelId="{0C04667C-CAC1-4D8E-8C1E-A6E8D582E75B}" type="presParOf" srcId="{183D472A-5A67-47D7-96BC-3FEC20ADB86D}" destId="{BDEA1718-30F1-424C-AE27-0DDDF31CBFD2}" srcOrd="0" destOrd="0" presId="urn:microsoft.com/office/officeart/2008/layout/LinedList"/>
    <dgm:cxn modelId="{ACCAF601-8E14-4380-8E83-E2D6712526C5}" type="presParOf" srcId="{183D472A-5A67-47D7-96BC-3FEC20ADB86D}" destId="{A415FAD1-F334-43B6-9F3F-A4BD1254BEDD}" srcOrd="1" destOrd="0" presId="urn:microsoft.com/office/officeart/2008/layout/LinedList"/>
    <dgm:cxn modelId="{12193780-20BE-4B3B-A037-B9C57596620F}" type="presParOf" srcId="{A415FAD1-F334-43B6-9F3F-A4BD1254BEDD}" destId="{5E6BE322-7E12-4047-88C9-CFADD723B152}" srcOrd="0" destOrd="0" presId="urn:microsoft.com/office/officeart/2008/layout/LinedList"/>
    <dgm:cxn modelId="{E3D72EF6-62CA-41FB-B73B-69077367E9B4}" type="presParOf" srcId="{A415FAD1-F334-43B6-9F3F-A4BD1254BEDD}" destId="{EC4ACD1F-A3B5-48AD-AF87-2D505A3743A2}" srcOrd="1" destOrd="0" presId="urn:microsoft.com/office/officeart/2008/layout/LinedList"/>
    <dgm:cxn modelId="{8ECC60D9-7AF7-4954-BBFA-F2CAD857074C}" type="presParOf" srcId="{183D472A-5A67-47D7-96BC-3FEC20ADB86D}" destId="{B18EAB57-3C35-43E9-A869-8773A0B550F9}" srcOrd="2" destOrd="0" presId="urn:microsoft.com/office/officeart/2008/layout/LinedList"/>
    <dgm:cxn modelId="{FD1A3BC6-33F5-4BF8-894E-F09E503699E9}" type="presParOf" srcId="{183D472A-5A67-47D7-96BC-3FEC20ADB86D}" destId="{9450274E-2EE4-464C-A638-EC4F5BA58B88}" srcOrd="3" destOrd="0" presId="urn:microsoft.com/office/officeart/2008/layout/LinedList"/>
    <dgm:cxn modelId="{12D13AE1-C515-4FCD-A913-158EC12016BA}" type="presParOf" srcId="{9450274E-2EE4-464C-A638-EC4F5BA58B88}" destId="{9FBEE849-282E-4BB1-BB7E-BD750B9E2894}" srcOrd="0" destOrd="0" presId="urn:microsoft.com/office/officeart/2008/layout/LinedList"/>
    <dgm:cxn modelId="{37F64C6F-94EE-4B34-B21B-61DB45DC509A}" type="presParOf" srcId="{9450274E-2EE4-464C-A638-EC4F5BA58B88}" destId="{F5164003-ED47-4ACD-8D86-6E4FFA3D7776}" srcOrd="1" destOrd="0" presId="urn:microsoft.com/office/officeart/2008/layout/LinedList"/>
    <dgm:cxn modelId="{C0144DAE-61A4-41A0-B85B-AB3F980A39D7}" type="presParOf" srcId="{183D472A-5A67-47D7-96BC-3FEC20ADB86D}" destId="{CBF0FDAB-F433-4745-A6F3-C22A9D366A6D}" srcOrd="4" destOrd="0" presId="urn:microsoft.com/office/officeart/2008/layout/LinedList"/>
    <dgm:cxn modelId="{5B1F0D1B-7A50-4BD3-80EA-3DB3567A6D4E}" type="presParOf" srcId="{183D472A-5A67-47D7-96BC-3FEC20ADB86D}" destId="{234F025A-0B4E-4CC7-A145-A3493FAA9EEE}" srcOrd="5" destOrd="0" presId="urn:microsoft.com/office/officeart/2008/layout/LinedList"/>
    <dgm:cxn modelId="{07FD13FA-28E1-4D32-98B9-EA099E7E8723}" type="presParOf" srcId="{234F025A-0B4E-4CC7-A145-A3493FAA9EEE}" destId="{B6569977-0C93-4482-BA90-1FC30952D174}" srcOrd="0" destOrd="0" presId="urn:microsoft.com/office/officeart/2008/layout/LinedList"/>
    <dgm:cxn modelId="{262EEBEC-2EF6-4D44-9867-F801B66878E6}" type="presParOf" srcId="{234F025A-0B4E-4CC7-A145-A3493FAA9EEE}" destId="{E1FB8177-E7D5-4D31-AD6A-69044966E0D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751132B-CD34-4862-A06E-8D8ADB522824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9121CD66-EA0A-4E89-AFDB-1B74CF8A3D99}">
      <dgm:prSet/>
      <dgm:spPr/>
      <dgm:t>
        <a:bodyPr/>
        <a:lstStyle/>
        <a:p>
          <a:r>
            <a:rPr lang="en-US"/>
            <a:t>Complete data science pipeline implementation</a:t>
          </a:r>
        </a:p>
      </dgm:t>
    </dgm:pt>
    <dgm:pt modelId="{7A3A1D5C-C103-495F-8D48-372D8746BA8F}" type="parTrans" cxnId="{E3FFC7BB-0DC7-441C-8A7B-2177B0D4E394}">
      <dgm:prSet/>
      <dgm:spPr/>
      <dgm:t>
        <a:bodyPr/>
        <a:lstStyle/>
        <a:p>
          <a:endParaRPr lang="en-US"/>
        </a:p>
      </dgm:t>
    </dgm:pt>
    <dgm:pt modelId="{8A24142B-DB74-4A10-A31A-89606B13F6CF}" type="sibTrans" cxnId="{E3FFC7BB-0DC7-441C-8A7B-2177B0D4E394}">
      <dgm:prSet/>
      <dgm:spPr/>
      <dgm:t>
        <a:bodyPr/>
        <a:lstStyle/>
        <a:p>
          <a:endParaRPr lang="en-US"/>
        </a:p>
      </dgm:t>
    </dgm:pt>
    <dgm:pt modelId="{773D98A2-3C75-4A7F-AFE0-B9746554A75A}">
      <dgm:prSet/>
      <dgm:spPr/>
      <dgm:t>
        <a:bodyPr/>
        <a:lstStyle/>
        <a:p>
          <a:r>
            <a:rPr lang="en-US"/>
            <a:t>Applied hypothesis testing effectively</a:t>
          </a:r>
        </a:p>
      </dgm:t>
    </dgm:pt>
    <dgm:pt modelId="{28582619-6194-47DB-B9F3-7965CCD05F69}" type="parTrans" cxnId="{79003048-EACD-4129-B73D-6BEE4A368853}">
      <dgm:prSet/>
      <dgm:spPr/>
      <dgm:t>
        <a:bodyPr/>
        <a:lstStyle/>
        <a:p>
          <a:endParaRPr lang="en-US"/>
        </a:p>
      </dgm:t>
    </dgm:pt>
    <dgm:pt modelId="{C51FC488-C772-4411-9B22-2E3C4108966A}" type="sibTrans" cxnId="{79003048-EACD-4129-B73D-6BEE4A368853}">
      <dgm:prSet/>
      <dgm:spPr/>
      <dgm:t>
        <a:bodyPr/>
        <a:lstStyle/>
        <a:p>
          <a:endParaRPr lang="en-US"/>
        </a:p>
      </dgm:t>
    </dgm:pt>
    <dgm:pt modelId="{5CED1D71-54DC-4D9F-8D70-8CDEADACE851}">
      <dgm:prSet/>
      <dgm:spPr/>
      <dgm:t>
        <a:bodyPr/>
        <a:lstStyle/>
        <a:p>
          <a:r>
            <a:rPr lang="en-US"/>
            <a:t>Enhanced storytelling via dashboards</a:t>
          </a:r>
        </a:p>
      </dgm:t>
    </dgm:pt>
    <dgm:pt modelId="{6ACA4B6B-C81B-4065-B541-48C380766CEF}" type="parTrans" cxnId="{DBFB3F80-6397-4F98-BE3A-D19983D91F56}">
      <dgm:prSet/>
      <dgm:spPr/>
      <dgm:t>
        <a:bodyPr/>
        <a:lstStyle/>
        <a:p>
          <a:endParaRPr lang="en-US"/>
        </a:p>
      </dgm:t>
    </dgm:pt>
    <dgm:pt modelId="{0A216BDF-4F14-4C4D-9919-EB80DED86028}" type="sibTrans" cxnId="{DBFB3F80-6397-4F98-BE3A-D19983D91F56}">
      <dgm:prSet/>
      <dgm:spPr/>
      <dgm:t>
        <a:bodyPr/>
        <a:lstStyle/>
        <a:p>
          <a:endParaRPr lang="en-US"/>
        </a:p>
      </dgm:t>
    </dgm:pt>
    <dgm:pt modelId="{502B43D3-E787-4CEB-B708-E95ABF2C85D8}" type="pres">
      <dgm:prSet presAssocID="{1751132B-CD34-4862-A06E-8D8ADB522824}" presName="vert0" presStyleCnt="0">
        <dgm:presLayoutVars>
          <dgm:dir/>
          <dgm:animOne val="branch"/>
          <dgm:animLvl val="lvl"/>
        </dgm:presLayoutVars>
      </dgm:prSet>
      <dgm:spPr/>
    </dgm:pt>
    <dgm:pt modelId="{2E8125B6-56D9-46AC-9FE6-FD7564BD03A2}" type="pres">
      <dgm:prSet presAssocID="{9121CD66-EA0A-4E89-AFDB-1B74CF8A3D99}" presName="thickLine" presStyleLbl="alignNode1" presStyleIdx="0" presStyleCnt="3"/>
      <dgm:spPr/>
    </dgm:pt>
    <dgm:pt modelId="{8752B761-F556-4153-AF2C-F841519CC9E4}" type="pres">
      <dgm:prSet presAssocID="{9121CD66-EA0A-4E89-AFDB-1B74CF8A3D99}" presName="horz1" presStyleCnt="0"/>
      <dgm:spPr/>
    </dgm:pt>
    <dgm:pt modelId="{1A74009C-04C7-4D08-828B-87F5AD0831DF}" type="pres">
      <dgm:prSet presAssocID="{9121CD66-EA0A-4E89-AFDB-1B74CF8A3D99}" presName="tx1" presStyleLbl="revTx" presStyleIdx="0" presStyleCnt="3"/>
      <dgm:spPr/>
    </dgm:pt>
    <dgm:pt modelId="{94312965-AE6F-48F4-B963-101F1C8AA197}" type="pres">
      <dgm:prSet presAssocID="{9121CD66-EA0A-4E89-AFDB-1B74CF8A3D99}" presName="vert1" presStyleCnt="0"/>
      <dgm:spPr/>
    </dgm:pt>
    <dgm:pt modelId="{0D26004A-1719-4421-B07D-FBAC5C50F2AC}" type="pres">
      <dgm:prSet presAssocID="{773D98A2-3C75-4A7F-AFE0-B9746554A75A}" presName="thickLine" presStyleLbl="alignNode1" presStyleIdx="1" presStyleCnt="3"/>
      <dgm:spPr/>
    </dgm:pt>
    <dgm:pt modelId="{E18BE792-66B9-4A0C-9EEB-023121A5CF49}" type="pres">
      <dgm:prSet presAssocID="{773D98A2-3C75-4A7F-AFE0-B9746554A75A}" presName="horz1" presStyleCnt="0"/>
      <dgm:spPr/>
    </dgm:pt>
    <dgm:pt modelId="{3D7F6561-33AE-4728-8C47-7D31CFC0E7AF}" type="pres">
      <dgm:prSet presAssocID="{773D98A2-3C75-4A7F-AFE0-B9746554A75A}" presName="tx1" presStyleLbl="revTx" presStyleIdx="1" presStyleCnt="3"/>
      <dgm:spPr/>
    </dgm:pt>
    <dgm:pt modelId="{CAD86FB8-E0B5-468F-8FB4-5834DA8927CB}" type="pres">
      <dgm:prSet presAssocID="{773D98A2-3C75-4A7F-AFE0-B9746554A75A}" presName="vert1" presStyleCnt="0"/>
      <dgm:spPr/>
    </dgm:pt>
    <dgm:pt modelId="{43C80395-51F7-4FEF-8821-981EA9181B82}" type="pres">
      <dgm:prSet presAssocID="{5CED1D71-54DC-4D9F-8D70-8CDEADACE851}" presName="thickLine" presStyleLbl="alignNode1" presStyleIdx="2" presStyleCnt="3"/>
      <dgm:spPr/>
    </dgm:pt>
    <dgm:pt modelId="{E16C42A0-93DD-4713-A259-B6D5D23B917C}" type="pres">
      <dgm:prSet presAssocID="{5CED1D71-54DC-4D9F-8D70-8CDEADACE851}" presName="horz1" presStyleCnt="0"/>
      <dgm:spPr/>
    </dgm:pt>
    <dgm:pt modelId="{B3D66F88-54D3-40A1-B72E-A3108FBE38CF}" type="pres">
      <dgm:prSet presAssocID="{5CED1D71-54DC-4D9F-8D70-8CDEADACE851}" presName="tx1" presStyleLbl="revTx" presStyleIdx="2" presStyleCnt="3"/>
      <dgm:spPr/>
    </dgm:pt>
    <dgm:pt modelId="{BC0E7064-DD7C-4A2B-B13B-63F0CA765DC6}" type="pres">
      <dgm:prSet presAssocID="{5CED1D71-54DC-4D9F-8D70-8CDEADACE851}" presName="vert1" presStyleCnt="0"/>
      <dgm:spPr/>
    </dgm:pt>
  </dgm:ptLst>
  <dgm:cxnLst>
    <dgm:cxn modelId="{816A1629-6711-4ACB-BED2-2632A8C586F8}" type="presOf" srcId="{9121CD66-EA0A-4E89-AFDB-1B74CF8A3D99}" destId="{1A74009C-04C7-4D08-828B-87F5AD0831DF}" srcOrd="0" destOrd="0" presId="urn:microsoft.com/office/officeart/2008/layout/LinedList"/>
    <dgm:cxn modelId="{1443F639-CEAD-46E1-AE1B-F7A1ACFCDB47}" type="presOf" srcId="{5CED1D71-54DC-4D9F-8D70-8CDEADACE851}" destId="{B3D66F88-54D3-40A1-B72E-A3108FBE38CF}" srcOrd="0" destOrd="0" presId="urn:microsoft.com/office/officeart/2008/layout/LinedList"/>
    <dgm:cxn modelId="{79003048-EACD-4129-B73D-6BEE4A368853}" srcId="{1751132B-CD34-4862-A06E-8D8ADB522824}" destId="{773D98A2-3C75-4A7F-AFE0-B9746554A75A}" srcOrd="1" destOrd="0" parTransId="{28582619-6194-47DB-B9F3-7965CCD05F69}" sibTransId="{C51FC488-C772-4411-9B22-2E3C4108966A}"/>
    <dgm:cxn modelId="{DBFB3F80-6397-4F98-BE3A-D19983D91F56}" srcId="{1751132B-CD34-4862-A06E-8D8ADB522824}" destId="{5CED1D71-54DC-4D9F-8D70-8CDEADACE851}" srcOrd="2" destOrd="0" parTransId="{6ACA4B6B-C81B-4065-B541-48C380766CEF}" sibTransId="{0A216BDF-4F14-4C4D-9919-EB80DED86028}"/>
    <dgm:cxn modelId="{1A554789-8BC2-47E0-9DD0-175DF0020FF1}" type="presOf" srcId="{773D98A2-3C75-4A7F-AFE0-B9746554A75A}" destId="{3D7F6561-33AE-4728-8C47-7D31CFC0E7AF}" srcOrd="0" destOrd="0" presId="urn:microsoft.com/office/officeart/2008/layout/LinedList"/>
    <dgm:cxn modelId="{451CDE9F-38BA-46EF-9374-E68CA148E3AC}" type="presOf" srcId="{1751132B-CD34-4862-A06E-8D8ADB522824}" destId="{502B43D3-E787-4CEB-B708-E95ABF2C85D8}" srcOrd="0" destOrd="0" presId="urn:microsoft.com/office/officeart/2008/layout/LinedList"/>
    <dgm:cxn modelId="{E3FFC7BB-0DC7-441C-8A7B-2177B0D4E394}" srcId="{1751132B-CD34-4862-A06E-8D8ADB522824}" destId="{9121CD66-EA0A-4E89-AFDB-1B74CF8A3D99}" srcOrd="0" destOrd="0" parTransId="{7A3A1D5C-C103-495F-8D48-372D8746BA8F}" sibTransId="{8A24142B-DB74-4A10-A31A-89606B13F6CF}"/>
    <dgm:cxn modelId="{B7EB53B1-E2C8-4C80-9786-E75F758B24CA}" type="presParOf" srcId="{502B43D3-E787-4CEB-B708-E95ABF2C85D8}" destId="{2E8125B6-56D9-46AC-9FE6-FD7564BD03A2}" srcOrd="0" destOrd="0" presId="urn:microsoft.com/office/officeart/2008/layout/LinedList"/>
    <dgm:cxn modelId="{EF837697-F987-4EB3-A2D5-9C3CF56A5160}" type="presParOf" srcId="{502B43D3-E787-4CEB-B708-E95ABF2C85D8}" destId="{8752B761-F556-4153-AF2C-F841519CC9E4}" srcOrd="1" destOrd="0" presId="urn:microsoft.com/office/officeart/2008/layout/LinedList"/>
    <dgm:cxn modelId="{13291029-E1C4-447B-8BAC-C7959C3FDB9D}" type="presParOf" srcId="{8752B761-F556-4153-AF2C-F841519CC9E4}" destId="{1A74009C-04C7-4D08-828B-87F5AD0831DF}" srcOrd="0" destOrd="0" presId="urn:microsoft.com/office/officeart/2008/layout/LinedList"/>
    <dgm:cxn modelId="{E00CE486-9064-49B5-9471-9B282CE29A90}" type="presParOf" srcId="{8752B761-F556-4153-AF2C-F841519CC9E4}" destId="{94312965-AE6F-48F4-B963-101F1C8AA197}" srcOrd="1" destOrd="0" presId="urn:microsoft.com/office/officeart/2008/layout/LinedList"/>
    <dgm:cxn modelId="{A3015D2C-8DA5-4342-BD1F-0790C7552C08}" type="presParOf" srcId="{502B43D3-E787-4CEB-B708-E95ABF2C85D8}" destId="{0D26004A-1719-4421-B07D-FBAC5C50F2AC}" srcOrd="2" destOrd="0" presId="urn:microsoft.com/office/officeart/2008/layout/LinedList"/>
    <dgm:cxn modelId="{4FDC63C2-9F0F-4476-AECC-1A1FD65BFADD}" type="presParOf" srcId="{502B43D3-E787-4CEB-B708-E95ABF2C85D8}" destId="{E18BE792-66B9-4A0C-9EEB-023121A5CF49}" srcOrd="3" destOrd="0" presId="urn:microsoft.com/office/officeart/2008/layout/LinedList"/>
    <dgm:cxn modelId="{7D6BDFCF-C963-4AFF-B706-FF36C7343982}" type="presParOf" srcId="{E18BE792-66B9-4A0C-9EEB-023121A5CF49}" destId="{3D7F6561-33AE-4728-8C47-7D31CFC0E7AF}" srcOrd="0" destOrd="0" presId="urn:microsoft.com/office/officeart/2008/layout/LinedList"/>
    <dgm:cxn modelId="{63B56A12-9580-4D1D-A775-7FD436001DDD}" type="presParOf" srcId="{E18BE792-66B9-4A0C-9EEB-023121A5CF49}" destId="{CAD86FB8-E0B5-468F-8FB4-5834DA8927CB}" srcOrd="1" destOrd="0" presId="urn:microsoft.com/office/officeart/2008/layout/LinedList"/>
    <dgm:cxn modelId="{A7F888FC-81A5-4311-8EA2-76A9810C2E9C}" type="presParOf" srcId="{502B43D3-E787-4CEB-B708-E95ABF2C85D8}" destId="{43C80395-51F7-4FEF-8821-981EA9181B82}" srcOrd="4" destOrd="0" presId="urn:microsoft.com/office/officeart/2008/layout/LinedList"/>
    <dgm:cxn modelId="{AA435838-5BD5-4E91-A0E7-DBA766E2B39B}" type="presParOf" srcId="{502B43D3-E787-4CEB-B708-E95ABF2C85D8}" destId="{E16C42A0-93DD-4713-A259-B6D5D23B917C}" srcOrd="5" destOrd="0" presId="urn:microsoft.com/office/officeart/2008/layout/LinedList"/>
    <dgm:cxn modelId="{D97CBB92-4D4E-4BB0-8B42-7726C5E6FB09}" type="presParOf" srcId="{E16C42A0-93DD-4713-A259-B6D5D23B917C}" destId="{B3D66F88-54D3-40A1-B72E-A3108FBE38CF}" srcOrd="0" destOrd="0" presId="urn:microsoft.com/office/officeart/2008/layout/LinedList"/>
    <dgm:cxn modelId="{10804003-0337-4DBF-96D9-414F292E9FB9}" type="presParOf" srcId="{E16C42A0-93DD-4713-A259-B6D5D23B917C}" destId="{BC0E7064-DD7C-4A2B-B13B-63F0CA765DC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79B369B-47F3-4577-9FE4-3B224C8A30FA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6D21B703-A45D-49B7-AD23-BDFB0DF6A36C}">
      <dgm:prSet/>
      <dgm:spPr/>
      <dgm:t>
        <a:bodyPr/>
        <a:lstStyle/>
        <a:p>
          <a:r>
            <a:rPr lang="en-US"/>
            <a:t>Early CVD detection is possible using data science techniques</a:t>
          </a:r>
        </a:p>
      </dgm:t>
    </dgm:pt>
    <dgm:pt modelId="{60DF9827-06DB-481E-AFBD-277845929405}" type="parTrans" cxnId="{FD16BFED-E8BB-4438-A93E-6CB32C054317}">
      <dgm:prSet/>
      <dgm:spPr/>
      <dgm:t>
        <a:bodyPr/>
        <a:lstStyle/>
        <a:p>
          <a:endParaRPr lang="en-US"/>
        </a:p>
      </dgm:t>
    </dgm:pt>
    <dgm:pt modelId="{8BA086D7-F6B2-4CB6-A829-2C78D0673631}" type="sibTrans" cxnId="{FD16BFED-E8BB-4438-A93E-6CB32C054317}">
      <dgm:prSet/>
      <dgm:spPr/>
      <dgm:t>
        <a:bodyPr/>
        <a:lstStyle/>
        <a:p>
          <a:endParaRPr lang="en-US"/>
        </a:p>
      </dgm:t>
    </dgm:pt>
    <dgm:pt modelId="{0A4861FA-1E44-4BAB-93B4-24C2AE25940A}">
      <dgm:prSet/>
      <dgm:spPr/>
      <dgm:t>
        <a:bodyPr/>
        <a:lstStyle/>
        <a:p>
          <a:r>
            <a:rPr lang="en-US"/>
            <a:t>Predictive modeling aids preventive healthcare</a:t>
          </a:r>
        </a:p>
      </dgm:t>
    </dgm:pt>
    <dgm:pt modelId="{2910F04D-7DD4-4A4A-A26E-37A948581942}" type="parTrans" cxnId="{78EBFD05-6290-4ECE-BDDC-0AE73E94D387}">
      <dgm:prSet/>
      <dgm:spPr/>
      <dgm:t>
        <a:bodyPr/>
        <a:lstStyle/>
        <a:p>
          <a:endParaRPr lang="en-US"/>
        </a:p>
      </dgm:t>
    </dgm:pt>
    <dgm:pt modelId="{57642FD5-E833-4C2D-968B-C0F18A0EDF0F}" type="sibTrans" cxnId="{78EBFD05-6290-4ECE-BDDC-0AE73E94D387}">
      <dgm:prSet/>
      <dgm:spPr/>
      <dgm:t>
        <a:bodyPr/>
        <a:lstStyle/>
        <a:p>
          <a:endParaRPr lang="en-US"/>
        </a:p>
      </dgm:t>
    </dgm:pt>
    <dgm:pt modelId="{D3313F32-CF8E-4AF2-8A72-044CB647C5F2}">
      <dgm:prSet/>
      <dgm:spPr/>
      <dgm:t>
        <a:bodyPr/>
        <a:lstStyle/>
        <a:p>
          <a:r>
            <a:rPr lang="en-US"/>
            <a:t>Power BI dashboards make results accessible to non-technical users</a:t>
          </a:r>
        </a:p>
      </dgm:t>
    </dgm:pt>
    <dgm:pt modelId="{0BCCB1C8-4008-4EC0-8545-C831D39D262B}" type="parTrans" cxnId="{E8143580-FE73-4731-B4EF-767923CDEC30}">
      <dgm:prSet/>
      <dgm:spPr/>
      <dgm:t>
        <a:bodyPr/>
        <a:lstStyle/>
        <a:p>
          <a:endParaRPr lang="en-US"/>
        </a:p>
      </dgm:t>
    </dgm:pt>
    <dgm:pt modelId="{219BB001-1AF9-4BFD-A7FF-C5B74F98F5A0}" type="sibTrans" cxnId="{E8143580-FE73-4731-B4EF-767923CDEC30}">
      <dgm:prSet/>
      <dgm:spPr/>
      <dgm:t>
        <a:bodyPr/>
        <a:lstStyle/>
        <a:p>
          <a:endParaRPr lang="en-US"/>
        </a:p>
      </dgm:t>
    </dgm:pt>
    <dgm:pt modelId="{964DA1C4-DE19-4C3D-AA80-A44E51A59D7B}" type="pres">
      <dgm:prSet presAssocID="{E79B369B-47F3-4577-9FE4-3B224C8A30FA}" presName="vert0" presStyleCnt="0">
        <dgm:presLayoutVars>
          <dgm:dir/>
          <dgm:animOne val="branch"/>
          <dgm:animLvl val="lvl"/>
        </dgm:presLayoutVars>
      </dgm:prSet>
      <dgm:spPr/>
    </dgm:pt>
    <dgm:pt modelId="{38C4E572-6E70-46B8-806F-5C2001540492}" type="pres">
      <dgm:prSet presAssocID="{6D21B703-A45D-49B7-AD23-BDFB0DF6A36C}" presName="thickLine" presStyleLbl="alignNode1" presStyleIdx="0" presStyleCnt="3"/>
      <dgm:spPr/>
    </dgm:pt>
    <dgm:pt modelId="{9E3CEF59-F3D9-480B-958F-57FCB3088C92}" type="pres">
      <dgm:prSet presAssocID="{6D21B703-A45D-49B7-AD23-BDFB0DF6A36C}" presName="horz1" presStyleCnt="0"/>
      <dgm:spPr/>
    </dgm:pt>
    <dgm:pt modelId="{A54ED718-9204-4C7C-9246-AF8C512746F8}" type="pres">
      <dgm:prSet presAssocID="{6D21B703-A45D-49B7-AD23-BDFB0DF6A36C}" presName="tx1" presStyleLbl="revTx" presStyleIdx="0" presStyleCnt="3"/>
      <dgm:spPr/>
    </dgm:pt>
    <dgm:pt modelId="{78F0A925-BEAC-4CFB-82E0-E2A122A97B8F}" type="pres">
      <dgm:prSet presAssocID="{6D21B703-A45D-49B7-AD23-BDFB0DF6A36C}" presName="vert1" presStyleCnt="0"/>
      <dgm:spPr/>
    </dgm:pt>
    <dgm:pt modelId="{0AACB37D-1B89-4C7D-8C34-DDB48E06C2CC}" type="pres">
      <dgm:prSet presAssocID="{0A4861FA-1E44-4BAB-93B4-24C2AE25940A}" presName="thickLine" presStyleLbl="alignNode1" presStyleIdx="1" presStyleCnt="3"/>
      <dgm:spPr/>
    </dgm:pt>
    <dgm:pt modelId="{6E4C5604-9B04-4552-A303-5DC6DB23C69E}" type="pres">
      <dgm:prSet presAssocID="{0A4861FA-1E44-4BAB-93B4-24C2AE25940A}" presName="horz1" presStyleCnt="0"/>
      <dgm:spPr/>
    </dgm:pt>
    <dgm:pt modelId="{297C37A1-B842-481F-BA69-C68ED52E8A83}" type="pres">
      <dgm:prSet presAssocID="{0A4861FA-1E44-4BAB-93B4-24C2AE25940A}" presName="tx1" presStyleLbl="revTx" presStyleIdx="1" presStyleCnt="3"/>
      <dgm:spPr/>
    </dgm:pt>
    <dgm:pt modelId="{830D5D19-6C84-469A-B49D-958D48DDDA0B}" type="pres">
      <dgm:prSet presAssocID="{0A4861FA-1E44-4BAB-93B4-24C2AE25940A}" presName="vert1" presStyleCnt="0"/>
      <dgm:spPr/>
    </dgm:pt>
    <dgm:pt modelId="{392805D6-5A0F-45A9-940F-DAA921F0B185}" type="pres">
      <dgm:prSet presAssocID="{D3313F32-CF8E-4AF2-8A72-044CB647C5F2}" presName="thickLine" presStyleLbl="alignNode1" presStyleIdx="2" presStyleCnt="3"/>
      <dgm:spPr/>
    </dgm:pt>
    <dgm:pt modelId="{999DB4C6-953D-4B2A-8BCE-369B19906AB5}" type="pres">
      <dgm:prSet presAssocID="{D3313F32-CF8E-4AF2-8A72-044CB647C5F2}" presName="horz1" presStyleCnt="0"/>
      <dgm:spPr/>
    </dgm:pt>
    <dgm:pt modelId="{31106154-12D4-4919-A2C0-6561F3927708}" type="pres">
      <dgm:prSet presAssocID="{D3313F32-CF8E-4AF2-8A72-044CB647C5F2}" presName="tx1" presStyleLbl="revTx" presStyleIdx="2" presStyleCnt="3"/>
      <dgm:spPr/>
    </dgm:pt>
    <dgm:pt modelId="{C34FB827-B933-4C82-B1E2-AC7A0AF543EF}" type="pres">
      <dgm:prSet presAssocID="{D3313F32-CF8E-4AF2-8A72-044CB647C5F2}" presName="vert1" presStyleCnt="0"/>
      <dgm:spPr/>
    </dgm:pt>
  </dgm:ptLst>
  <dgm:cxnLst>
    <dgm:cxn modelId="{78EBFD05-6290-4ECE-BDDC-0AE73E94D387}" srcId="{E79B369B-47F3-4577-9FE4-3B224C8A30FA}" destId="{0A4861FA-1E44-4BAB-93B4-24C2AE25940A}" srcOrd="1" destOrd="0" parTransId="{2910F04D-7DD4-4A4A-A26E-37A948581942}" sibTransId="{57642FD5-E833-4C2D-968B-C0F18A0EDF0F}"/>
    <dgm:cxn modelId="{E8143580-FE73-4731-B4EF-767923CDEC30}" srcId="{E79B369B-47F3-4577-9FE4-3B224C8A30FA}" destId="{D3313F32-CF8E-4AF2-8A72-044CB647C5F2}" srcOrd="2" destOrd="0" parTransId="{0BCCB1C8-4008-4EC0-8545-C831D39D262B}" sibTransId="{219BB001-1AF9-4BFD-A7FF-C5B74F98F5A0}"/>
    <dgm:cxn modelId="{3FAFA08A-A134-43EF-AD93-4009E59F404D}" type="presOf" srcId="{6D21B703-A45D-49B7-AD23-BDFB0DF6A36C}" destId="{A54ED718-9204-4C7C-9246-AF8C512746F8}" srcOrd="0" destOrd="0" presId="urn:microsoft.com/office/officeart/2008/layout/LinedList"/>
    <dgm:cxn modelId="{0F54DE8C-E980-442B-8703-1F32205AA14E}" type="presOf" srcId="{D3313F32-CF8E-4AF2-8A72-044CB647C5F2}" destId="{31106154-12D4-4919-A2C0-6561F3927708}" srcOrd="0" destOrd="0" presId="urn:microsoft.com/office/officeart/2008/layout/LinedList"/>
    <dgm:cxn modelId="{7F08DFEC-5787-4B81-91AF-AD91A969D538}" type="presOf" srcId="{0A4861FA-1E44-4BAB-93B4-24C2AE25940A}" destId="{297C37A1-B842-481F-BA69-C68ED52E8A83}" srcOrd="0" destOrd="0" presId="urn:microsoft.com/office/officeart/2008/layout/LinedList"/>
    <dgm:cxn modelId="{FD16BFED-E8BB-4438-A93E-6CB32C054317}" srcId="{E79B369B-47F3-4577-9FE4-3B224C8A30FA}" destId="{6D21B703-A45D-49B7-AD23-BDFB0DF6A36C}" srcOrd="0" destOrd="0" parTransId="{60DF9827-06DB-481E-AFBD-277845929405}" sibTransId="{8BA086D7-F6B2-4CB6-A829-2C78D0673631}"/>
    <dgm:cxn modelId="{0E4BDAFE-6ABD-403C-8B77-D349E14BFA56}" type="presOf" srcId="{E79B369B-47F3-4577-9FE4-3B224C8A30FA}" destId="{964DA1C4-DE19-4C3D-AA80-A44E51A59D7B}" srcOrd="0" destOrd="0" presId="urn:microsoft.com/office/officeart/2008/layout/LinedList"/>
    <dgm:cxn modelId="{CCB0EB8C-0532-4AE3-BF35-B4F96FFA49C3}" type="presParOf" srcId="{964DA1C4-DE19-4C3D-AA80-A44E51A59D7B}" destId="{38C4E572-6E70-46B8-806F-5C2001540492}" srcOrd="0" destOrd="0" presId="urn:microsoft.com/office/officeart/2008/layout/LinedList"/>
    <dgm:cxn modelId="{B40CEC0C-FEFC-41CB-B0BB-05423FF7E71B}" type="presParOf" srcId="{964DA1C4-DE19-4C3D-AA80-A44E51A59D7B}" destId="{9E3CEF59-F3D9-480B-958F-57FCB3088C92}" srcOrd="1" destOrd="0" presId="urn:microsoft.com/office/officeart/2008/layout/LinedList"/>
    <dgm:cxn modelId="{6F58577A-4117-4971-AA7C-E864C6643EE6}" type="presParOf" srcId="{9E3CEF59-F3D9-480B-958F-57FCB3088C92}" destId="{A54ED718-9204-4C7C-9246-AF8C512746F8}" srcOrd="0" destOrd="0" presId="urn:microsoft.com/office/officeart/2008/layout/LinedList"/>
    <dgm:cxn modelId="{274B1628-EAAC-4205-86F0-7387E20DCAFE}" type="presParOf" srcId="{9E3CEF59-F3D9-480B-958F-57FCB3088C92}" destId="{78F0A925-BEAC-4CFB-82E0-E2A122A97B8F}" srcOrd="1" destOrd="0" presId="urn:microsoft.com/office/officeart/2008/layout/LinedList"/>
    <dgm:cxn modelId="{C518E5D3-7938-4988-8D81-3D80D4834912}" type="presParOf" srcId="{964DA1C4-DE19-4C3D-AA80-A44E51A59D7B}" destId="{0AACB37D-1B89-4C7D-8C34-DDB48E06C2CC}" srcOrd="2" destOrd="0" presId="urn:microsoft.com/office/officeart/2008/layout/LinedList"/>
    <dgm:cxn modelId="{A0594B6D-D789-476E-B65C-08E06A84AEA9}" type="presParOf" srcId="{964DA1C4-DE19-4C3D-AA80-A44E51A59D7B}" destId="{6E4C5604-9B04-4552-A303-5DC6DB23C69E}" srcOrd="3" destOrd="0" presId="urn:microsoft.com/office/officeart/2008/layout/LinedList"/>
    <dgm:cxn modelId="{BC1BA49F-BF0A-45B6-9931-C0E51FF94883}" type="presParOf" srcId="{6E4C5604-9B04-4552-A303-5DC6DB23C69E}" destId="{297C37A1-B842-481F-BA69-C68ED52E8A83}" srcOrd="0" destOrd="0" presId="urn:microsoft.com/office/officeart/2008/layout/LinedList"/>
    <dgm:cxn modelId="{0D39CDCB-9858-4B10-B609-87BE23245FAE}" type="presParOf" srcId="{6E4C5604-9B04-4552-A303-5DC6DB23C69E}" destId="{830D5D19-6C84-469A-B49D-958D48DDDA0B}" srcOrd="1" destOrd="0" presId="urn:microsoft.com/office/officeart/2008/layout/LinedList"/>
    <dgm:cxn modelId="{F6EB2E50-035E-4C95-9534-5386A1A87538}" type="presParOf" srcId="{964DA1C4-DE19-4C3D-AA80-A44E51A59D7B}" destId="{392805D6-5A0F-45A9-940F-DAA921F0B185}" srcOrd="4" destOrd="0" presId="urn:microsoft.com/office/officeart/2008/layout/LinedList"/>
    <dgm:cxn modelId="{26C0D4A3-0A5D-4EF0-85BA-BCFC68191BFF}" type="presParOf" srcId="{964DA1C4-DE19-4C3D-AA80-A44E51A59D7B}" destId="{999DB4C6-953D-4B2A-8BCE-369B19906AB5}" srcOrd="5" destOrd="0" presId="urn:microsoft.com/office/officeart/2008/layout/LinedList"/>
    <dgm:cxn modelId="{5721A329-02CA-4E67-8C0F-B8DA586DF7ED}" type="presParOf" srcId="{999DB4C6-953D-4B2A-8BCE-369B19906AB5}" destId="{31106154-12D4-4919-A2C0-6561F3927708}" srcOrd="0" destOrd="0" presId="urn:microsoft.com/office/officeart/2008/layout/LinedList"/>
    <dgm:cxn modelId="{51D7BAC1-36BF-4CDE-B051-85BB1A61D63F}" type="presParOf" srcId="{999DB4C6-953D-4B2A-8BCE-369B19906AB5}" destId="{C34FB827-B933-4C82-B1E2-AC7A0AF543E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ED930E16-0AC7-40C3-B9E5-911DE9D90B0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D2D96A6-5B7D-4EA9-80BA-45AFD4295C53}">
      <dgm:prSet/>
      <dgm:spPr/>
      <dgm:t>
        <a:bodyPr/>
        <a:lstStyle/>
        <a:p>
          <a:r>
            <a:rPr lang="en-US"/>
            <a:t>Certificate of Completion from LPU Skill Development</a:t>
          </a:r>
        </a:p>
      </dgm:t>
    </dgm:pt>
    <dgm:pt modelId="{5966F0CE-1ACE-48FE-9EA4-7CF57BEA8532}" type="parTrans" cxnId="{A1B5A261-659E-4679-80CF-82E2A01932F6}">
      <dgm:prSet/>
      <dgm:spPr/>
      <dgm:t>
        <a:bodyPr/>
        <a:lstStyle/>
        <a:p>
          <a:endParaRPr lang="en-US"/>
        </a:p>
      </dgm:t>
    </dgm:pt>
    <dgm:pt modelId="{D6133956-8465-4EE9-94CB-46A463274101}" type="sibTrans" cxnId="{A1B5A261-659E-4679-80CF-82E2A01932F6}">
      <dgm:prSet/>
      <dgm:spPr/>
      <dgm:t>
        <a:bodyPr/>
        <a:lstStyle/>
        <a:p>
          <a:endParaRPr lang="en-US"/>
        </a:p>
      </dgm:t>
    </dgm:pt>
    <dgm:pt modelId="{D45305A5-29D3-4F24-9E06-6DE1B1BA29F5}">
      <dgm:prSet/>
      <dgm:spPr/>
      <dgm:t>
        <a:bodyPr/>
        <a:lstStyle/>
        <a:p>
          <a:r>
            <a:rPr lang="en-US"/>
            <a:t>Recognition for hands-on data science project</a:t>
          </a:r>
        </a:p>
      </dgm:t>
    </dgm:pt>
    <dgm:pt modelId="{45B4E6BC-ADEB-4301-9241-CB5831D1E04B}" type="parTrans" cxnId="{F67CAC66-3FC6-46A3-95F8-1E1793611E55}">
      <dgm:prSet/>
      <dgm:spPr/>
      <dgm:t>
        <a:bodyPr/>
        <a:lstStyle/>
        <a:p>
          <a:endParaRPr lang="en-US"/>
        </a:p>
      </dgm:t>
    </dgm:pt>
    <dgm:pt modelId="{043C4470-A2D2-4138-B65A-48F848317C3B}" type="sibTrans" cxnId="{F67CAC66-3FC6-46A3-95F8-1E1793611E55}">
      <dgm:prSet/>
      <dgm:spPr/>
      <dgm:t>
        <a:bodyPr/>
        <a:lstStyle/>
        <a:p>
          <a:endParaRPr lang="en-US"/>
        </a:p>
      </dgm:t>
    </dgm:pt>
    <dgm:pt modelId="{FD63DC18-8946-4316-9472-8D7DBF2CA480}" type="pres">
      <dgm:prSet presAssocID="{ED930E16-0AC7-40C3-B9E5-911DE9D90B04}" presName="linear" presStyleCnt="0">
        <dgm:presLayoutVars>
          <dgm:animLvl val="lvl"/>
          <dgm:resizeHandles val="exact"/>
        </dgm:presLayoutVars>
      </dgm:prSet>
      <dgm:spPr/>
    </dgm:pt>
    <dgm:pt modelId="{F0F47839-B136-4F39-9750-D1857F227CCE}" type="pres">
      <dgm:prSet presAssocID="{6D2D96A6-5B7D-4EA9-80BA-45AFD4295C5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0B69C4B-E6AB-4D58-9FA4-E6B9E7FCA2C6}" type="pres">
      <dgm:prSet presAssocID="{D6133956-8465-4EE9-94CB-46A463274101}" presName="spacer" presStyleCnt="0"/>
      <dgm:spPr/>
    </dgm:pt>
    <dgm:pt modelId="{08792BAA-70F1-4B61-8675-8901329D1571}" type="pres">
      <dgm:prSet presAssocID="{D45305A5-29D3-4F24-9E06-6DE1B1BA29F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A1B5A261-659E-4679-80CF-82E2A01932F6}" srcId="{ED930E16-0AC7-40C3-B9E5-911DE9D90B04}" destId="{6D2D96A6-5B7D-4EA9-80BA-45AFD4295C53}" srcOrd="0" destOrd="0" parTransId="{5966F0CE-1ACE-48FE-9EA4-7CF57BEA8532}" sibTransId="{D6133956-8465-4EE9-94CB-46A463274101}"/>
    <dgm:cxn modelId="{F67CAC66-3FC6-46A3-95F8-1E1793611E55}" srcId="{ED930E16-0AC7-40C3-B9E5-911DE9D90B04}" destId="{D45305A5-29D3-4F24-9E06-6DE1B1BA29F5}" srcOrd="1" destOrd="0" parTransId="{45B4E6BC-ADEB-4301-9241-CB5831D1E04B}" sibTransId="{043C4470-A2D2-4138-B65A-48F848317C3B}"/>
    <dgm:cxn modelId="{99FAD978-6912-490D-BFC1-4FCF7A1DB5E5}" type="presOf" srcId="{ED930E16-0AC7-40C3-B9E5-911DE9D90B04}" destId="{FD63DC18-8946-4316-9472-8D7DBF2CA480}" srcOrd="0" destOrd="0" presId="urn:microsoft.com/office/officeart/2005/8/layout/vList2"/>
    <dgm:cxn modelId="{99874895-4802-48C4-ADCC-F30B59935B69}" type="presOf" srcId="{6D2D96A6-5B7D-4EA9-80BA-45AFD4295C53}" destId="{F0F47839-B136-4F39-9750-D1857F227CCE}" srcOrd="0" destOrd="0" presId="urn:microsoft.com/office/officeart/2005/8/layout/vList2"/>
    <dgm:cxn modelId="{2DCAD29C-1300-44C2-86B0-513EEB310514}" type="presOf" srcId="{D45305A5-29D3-4F24-9E06-6DE1B1BA29F5}" destId="{08792BAA-70F1-4B61-8675-8901329D1571}" srcOrd="0" destOrd="0" presId="urn:microsoft.com/office/officeart/2005/8/layout/vList2"/>
    <dgm:cxn modelId="{8ABEE88E-5419-40D3-86EC-C7DD98A27097}" type="presParOf" srcId="{FD63DC18-8946-4316-9472-8D7DBF2CA480}" destId="{F0F47839-B136-4F39-9750-D1857F227CCE}" srcOrd="0" destOrd="0" presId="urn:microsoft.com/office/officeart/2005/8/layout/vList2"/>
    <dgm:cxn modelId="{B96E95BC-6443-4E4A-8911-12A4C1A39401}" type="presParOf" srcId="{FD63DC18-8946-4316-9472-8D7DBF2CA480}" destId="{90B69C4B-E6AB-4D58-9FA4-E6B9E7FCA2C6}" srcOrd="1" destOrd="0" presId="urn:microsoft.com/office/officeart/2005/8/layout/vList2"/>
    <dgm:cxn modelId="{D6ADD66F-3437-4653-82F4-166740130993}" type="presParOf" srcId="{FD63DC18-8946-4316-9472-8D7DBF2CA480}" destId="{08792BAA-70F1-4B61-8675-8901329D157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B63FDE-7897-4F7E-A212-EFC87D9EFA74}">
      <dsp:nvSpPr>
        <dsp:cNvPr id="0" name=""/>
        <dsp:cNvSpPr/>
      </dsp:nvSpPr>
      <dsp:spPr>
        <a:xfrm>
          <a:off x="0" y="121755"/>
          <a:ext cx="5175384" cy="17046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To analyze health dataset and identify key risk factors for Cardiovascular Disease (CVD).</a:t>
          </a:r>
        </a:p>
      </dsp:txBody>
      <dsp:txXfrm>
        <a:off x="83216" y="204971"/>
        <a:ext cx="5008952" cy="1538258"/>
      </dsp:txXfrm>
    </dsp:sp>
    <dsp:sp modelId="{B4249DA0-B7FC-4EC1-AA59-9C5B9FAFD866}">
      <dsp:nvSpPr>
        <dsp:cNvPr id="0" name=""/>
        <dsp:cNvSpPr/>
      </dsp:nvSpPr>
      <dsp:spPr>
        <a:xfrm>
          <a:off x="0" y="1915725"/>
          <a:ext cx="5175384" cy="1704690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To build predictive model for assessing patient risk levels.</a:t>
          </a:r>
          <a:br>
            <a:rPr lang="en-US" sz="3100" kern="1200"/>
          </a:br>
          <a:endParaRPr lang="en-US" sz="3100" kern="1200"/>
        </a:p>
      </dsp:txBody>
      <dsp:txXfrm>
        <a:off x="83216" y="1998941"/>
        <a:ext cx="5008952" cy="1538258"/>
      </dsp:txXfrm>
    </dsp:sp>
    <dsp:sp modelId="{17D606D3-34F3-4A42-952A-FB44C41D56A5}">
      <dsp:nvSpPr>
        <dsp:cNvPr id="0" name=""/>
        <dsp:cNvSpPr/>
      </dsp:nvSpPr>
      <dsp:spPr>
        <a:xfrm>
          <a:off x="0" y="3709695"/>
          <a:ext cx="5175384" cy="170469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To create interactive Power BI dashboard for clear visualization.</a:t>
          </a:r>
        </a:p>
      </dsp:txBody>
      <dsp:txXfrm>
        <a:off x="83216" y="3792911"/>
        <a:ext cx="5008952" cy="15382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1925C0-9EF7-41DA-BAD2-7A4937C95032}">
      <dsp:nvSpPr>
        <dsp:cNvPr id="0" name=""/>
        <dsp:cNvSpPr/>
      </dsp:nvSpPr>
      <dsp:spPr>
        <a:xfrm>
          <a:off x="0" y="838830"/>
          <a:ext cx="5175384" cy="914940"/>
        </a:xfrm>
        <a:prstGeom prst="round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Domain: Data Science &amp; Machine Learning</a:t>
          </a:r>
        </a:p>
      </dsp:txBody>
      <dsp:txXfrm>
        <a:off x="44664" y="883494"/>
        <a:ext cx="5086056" cy="825612"/>
      </dsp:txXfrm>
    </dsp:sp>
    <dsp:sp modelId="{65262A3C-F5FF-404F-94CF-79E55B32C2F0}">
      <dsp:nvSpPr>
        <dsp:cNvPr id="0" name=""/>
        <dsp:cNvSpPr/>
      </dsp:nvSpPr>
      <dsp:spPr>
        <a:xfrm>
          <a:off x="0" y="1820010"/>
          <a:ext cx="5175384" cy="914940"/>
        </a:xfrm>
        <a:prstGeom prst="round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Tools: Python (Pandas, NumPy, Seaborn, Matplotlib, Scikit-learn), Power BI</a:t>
          </a:r>
        </a:p>
      </dsp:txBody>
      <dsp:txXfrm>
        <a:off x="44664" y="1864674"/>
        <a:ext cx="5086056" cy="825612"/>
      </dsp:txXfrm>
    </dsp:sp>
    <dsp:sp modelId="{A7C5ACED-B6C4-4313-832A-3B5D49B63466}">
      <dsp:nvSpPr>
        <dsp:cNvPr id="0" name=""/>
        <dsp:cNvSpPr/>
      </dsp:nvSpPr>
      <dsp:spPr>
        <a:xfrm>
          <a:off x="0" y="2801190"/>
          <a:ext cx="5175384" cy="914940"/>
        </a:xfrm>
        <a:prstGeom prst="round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IDE: Jupyter Notebook</a:t>
          </a:r>
        </a:p>
      </dsp:txBody>
      <dsp:txXfrm>
        <a:off x="44664" y="2845854"/>
        <a:ext cx="5086056" cy="825612"/>
      </dsp:txXfrm>
    </dsp:sp>
    <dsp:sp modelId="{1BEC350A-0B04-476E-8ADB-76FBEDE8BEF9}">
      <dsp:nvSpPr>
        <dsp:cNvPr id="0" name=""/>
        <dsp:cNvSpPr/>
      </dsp:nvSpPr>
      <dsp:spPr>
        <a:xfrm>
          <a:off x="0" y="3782370"/>
          <a:ext cx="5175384" cy="91494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Duration: 10 June - 18 July 2025</a:t>
          </a:r>
        </a:p>
      </dsp:txBody>
      <dsp:txXfrm>
        <a:off x="44664" y="3827034"/>
        <a:ext cx="5086056" cy="8256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D4AF8A-8E11-49CD-B3E4-7DE9537216B9}">
      <dsp:nvSpPr>
        <dsp:cNvPr id="0" name=""/>
        <dsp:cNvSpPr/>
      </dsp:nvSpPr>
      <dsp:spPr>
        <a:xfrm>
          <a:off x="0" y="254961"/>
          <a:ext cx="5175384" cy="1191754"/>
        </a:xfrm>
        <a:prstGeom prst="roundRect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Source: Mendeley Data</a:t>
          </a:r>
        </a:p>
      </dsp:txBody>
      <dsp:txXfrm>
        <a:off x="58177" y="313138"/>
        <a:ext cx="5059030" cy="1075400"/>
      </dsp:txXfrm>
    </dsp:sp>
    <dsp:sp modelId="{CF1A894A-841D-4E73-9C10-3C35B3C98BD1}">
      <dsp:nvSpPr>
        <dsp:cNvPr id="0" name=""/>
        <dsp:cNvSpPr/>
      </dsp:nvSpPr>
      <dsp:spPr>
        <a:xfrm>
          <a:off x="0" y="1533115"/>
          <a:ext cx="5175384" cy="1191754"/>
        </a:xfrm>
        <a:prstGeom prst="round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Dataset: CAIR-CVD-2025 (Bangladesh Health Data)</a:t>
          </a:r>
        </a:p>
      </dsp:txBody>
      <dsp:txXfrm>
        <a:off x="58177" y="1591292"/>
        <a:ext cx="5059030" cy="1075400"/>
      </dsp:txXfrm>
    </dsp:sp>
    <dsp:sp modelId="{BFB7C78C-00A8-4712-95FE-7D9600AF336C}">
      <dsp:nvSpPr>
        <dsp:cNvPr id="0" name=""/>
        <dsp:cNvSpPr/>
      </dsp:nvSpPr>
      <dsp:spPr>
        <a:xfrm>
          <a:off x="0" y="2811270"/>
          <a:ext cx="5175384" cy="1191754"/>
        </a:xfrm>
        <a:prstGeom prst="round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Features: Demographics, clinical metrics, lifestyle factors</a:t>
          </a:r>
        </a:p>
      </dsp:txBody>
      <dsp:txXfrm>
        <a:off x="58177" y="2869447"/>
        <a:ext cx="5059030" cy="1075400"/>
      </dsp:txXfrm>
    </dsp:sp>
    <dsp:sp modelId="{6D09B53C-6F4F-4C10-9FE1-7C21DC6C09A8}">
      <dsp:nvSpPr>
        <dsp:cNvPr id="0" name=""/>
        <dsp:cNvSpPr/>
      </dsp:nvSpPr>
      <dsp:spPr>
        <a:xfrm>
          <a:off x="0" y="4089425"/>
          <a:ext cx="5175384" cy="1191754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Usage: Data cleaning, EDA, hypothesis testing, modeling</a:t>
          </a:r>
        </a:p>
      </dsp:txBody>
      <dsp:txXfrm>
        <a:off x="58177" y="4147602"/>
        <a:ext cx="5059030" cy="10754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11FB09-8758-42EE-8189-2112505870D2}">
      <dsp:nvSpPr>
        <dsp:cNvPr id="0" name=""/>
        <dsp:cNvSpPr/>
      </dsp:nvSpPr>
      <dsp:spPr>
        <a:xfrm>
          <a:off x="0" y="675"/>
          <a:ext cx="517538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85168C-7157-4434-9C81-AD7FE51A9411}">
      <dsp:nvSpPr>
        <dsp:cNvPr id="0" name=""/>
        <dsp:cNvSpPr/>
      </dsp:nvSpPr>
      <dsp:spPr>
        <a:xfrm>
          <a:off x="0" y="675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1. Data Cleaning &amp; Preprocessing</a:t>
          </a:r>
        </a:p>
      </dsp:txBody>
      <dsp:txXfrm>
        <a:off x="0" y="675"/>
        <a:ext cx="5175384" cy="1106957"/>
      </dsp:txXfrm>
    </dsp:sp>
    <dsp:sp modelId="{BF4AA9AF-6297-44E9-B9BC-52A99D0E60A4}">
      <dsp:nvSpPr>
        <dsp:cNvPr id="0" name=""/>
        <dsp:cNvSpPr/>
      </dsp:nvSpPr>
      <dsp:spPr>
        <a:xfrm>
          <a:off x="0" y="1107633"/>
          <a:ext cx="5175384" cy="0"/>
        </a:xfrm>
        <a:prstGeom prst="line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accent2">
              <a:hueOff val="-363841"/>
              <a:satOff val="-20982"/>
              <a:lumOff val="215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DBFB7F-D038-4F7C-B8C7-536A79DA9F56}">
      <dsp:nvSpPr>
        <dsp:cNvPr id="0" name=""/>
        <dsp:cNvSpPr/>
      </dsp:nvSpPr>
      <dsp:spPr>
        <a:xfrm>
          <a:off x="0" y="1107633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2. Exploratory Data Analysis (EDA)</a:t>
          </a:r>
        </a:p>
      </dsp:txBody>
      <dsp:txXfrm>
        <a:off x="0" y="1107633"/>
        <a:ext cx="5175384" cy="1106957"/>
      </dsp:txXfrm>
    </dsp:sp>
    <dsp:sp modelId="{44F0F18C-6E58-45E5-AC9B-3976C62C2A81}">
      <dsp:nvSpPr>
        <dsp:cNvPr id="0" name=""/>
        <dsp:cNvSpPr/>
      </dsp:nvSpPr>
      <dsp:spPr>
        <a:xfrm>
          <a:off x="0" y="2214591"/>
          <a:ext cx="5175384" cy="0"/>
        </a:xfrm>
        <a:prstGeom prst="line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7832CC-2FF8-41EC-B109-5E9BAA2D1B77}">
      <dsp:nvSpPr>
        <dsp:cNvPr id="0" name=""/>
        <dsp:cNvSpPr/>
      </dsp:nvSpPr>
      <dsp:spPr>
        <a:xfrm>
          <a:off x="0" y="2214591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3. Hypothesis Testing (Z-test, T-test)</a:t>
          </a:r>
        </a:p>
      </dsp:txBody>
      <dsp:txXfrm>
        <a:off x="0" y="2214591"/>
        <a:ext cx="5175384" cy="1106957"/>
      </dsp:txXfrm>
    </dsp:sp>
    <dsp:sp modelId="{B70F0670-CE64-4F7A-8F50-2F98B9203D7D}">
      <dsp:nvSpPr>
        <dsp:cNvPr id="0" name=""/>
        <dsp:cNvSpPr/>
      </dsp:nvSpPr>
      <dsp:spPr>
        <a:xfrm>
          <a:off x="0" y="3321549"/>
          <a:ext cx="5175384" cy="0"/>
        </a:xfrm>
        <a:prstGeom prst="line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accent2">
              <a:hueOff val="-1091522"/>
              <a:satOff val="-62946"/>
              <a:lumOff val="6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5388AE-8F24-4706-8E98-6E617041D972}">
      <dsp:nvSpPr>
        <dsp:cNvPr id="0" name=""/>
        <dsp:cNvSpPr/>
      </dsp:nvSpPr>
      <dsp:spPr>
        <a:xfrm>
          <a:off x="0" y="3321549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4. Predictive Modeling (Logistic Regression)</a:t>
          </a:r>
        </a:p>
      </dsp:txBody>
      <dsp:txXfrm>
        <a:off x="0" y="3321549"/>
        <a:ext cx="5175384" cy="1106957"/>
      </dsp:txXfrm>
    </dsp:sp>
    <dsp:sp modelId="{C00C22B9-4227-44B4-89AF-3B8A195C176B}">
      <dsp:nvSpPr>
        <dsp:cNvPr id="0" name=""/>
        <dsp:cNvSpPr/>
      </dsp:nvSpPr>
      <dsp:spPr>
        <a:xfrm>
          <a:off x="0" y="4428507"/>
          <a:ext cx="5175384" cy="0"/>
        </a:xfrm>
        <a:prstGeom prst="lin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3A8023-B5B0-4D02-A1EC-B6647DFEF289}">
      <dsp:nvSpPr>
        <dsp:cNvPr id="0" name=""/>
        <dsp:cNvSpPr/>
      </dsp:nvSpPr>
      <dsp:spPr>
        <a:xfrm>
          <a:off x="0" y="4428507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5. Dashboard Creation (Power BI)</a:t>
          </a:r>
        </a:p>
      </dsp:txBody>
      <dsp:txXfrm>
        <a:off x="0" y="4428507"/>
        <a:ext cx="5175384" cy="110695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1ADDAA-57D1-4B0F-855B-552DD2CFC6DC}">
      <dsp:nvSpPr>
        <dsp:cNvPr id="0" name=""/>
        <dsp:cNvSpPr/>
      </dsp:nvSpPr>
      <dsp:spPr>
        <a:xfrm>
          <a:off x="0" y="36390"/>
          <a:ext cx="5175384" cy="17596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Python Libraries: Pandas, NumPy, Seaborn, Matplotlib, Scikit-learn, SciPy</a:t>
          </a:r>
        </a:p>
      </dsp:txBody>
      <dsp:txXfrm>
        <a:off x="85900" y="122290"/>
        <a:ext cx="5003584" cy="1587880"/>
      </dsp:txXfrm>
    </dsp:sp>
    <dsp:sp modelId="{6CF32EE0-5A82-46E7-ABD8-B88DE53B1453}">
      <dsp:nvSpPr>
        <dsp:cNvPr id="0" name=""/>
        <dsp:cNvSpPr/>
      </dsp:nvSpPr>
      <dsp:spPr>
        <a:xfrm>
          <a:off x="0" y="1888230"/>
          <a:ext cx="5175384" cy="1759680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Power BI for dashboard</a:t>
          </a:r>
        </a:p>
      </dsp:txBody>
      <dsp:txXfrm>
        <a:off x="85900" y="1974130"/>
        <a:ext cx="5003584" cy="1587880"/>
      </dsp:txXfrm>
    </dsp:sp>
    <dsp:sp modelId="{56723D86-6A59-403F-A4BB-2C860992B338}">
      <dsp:nvSpPr>
        <dsp:cNvPr id="0" name=""/>
        <dsp:cNvSpPr/>
      </dsp:nvSpPr>
      <dsp:spPr>
        <a:xfrm>
          <a:off x="0" y="3740070"/>
          <a:ext cx="5175384" cy="175968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Jupyter Notebook for implementation</a:t>
          </a:r>
        </a:p>
      </dsp:txBody>
      <dsp:txXfrm>
        <a:off x="85900" y="3825970"/>
        <a:ext cx="5003584" cy="15878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37AE44-C28D-4744-8AE3-EDD0B311D3C0}">
      <dsp:nvSpPr>
        <dsp:cNvPr id="0" name=""/>
        <dsp:cNvSpPr/>
      </dsp:nvSpPr>
      <dsp:spPr>
        <a:xfrm>
          <a:off x="0" y="67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417DDB-6797-4141-8D4C-90377528C0CF}">
      <dsp:nvSpPr>
        <dsp:cNvPr id="0" name=""/>
        <dsp:cNvSpPr/>
      </dsp:nvSpPr>
      <dsp:spPr>
        <a:xfrm>
          <a:off x="0" y="675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Includes:</a:t>
          </a:r>
        </a:p>
      </dsp:txBody>
      <dsp:txXfrm>
        <a:off x="0" y="675"/>
        <a:ext cx="5175384" cy="1106957"/>
      </dsp:txXfrm>
    </dsp:sp>
    <dsp:sp modelId="{D91F8923-74DB-4014-AFFB-D36985D0DD9C}">
      <dsp:nvSpPr>
        <dsp:cNvPr id="0" name=""/>
        <dsp:cNvSpPr/>
      </dsp:nvSpPr>
      <dsp:spPr>
        <a:xfrm>
          <a:off x="0" y="110763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793D4D-5562-46FE-BBB2-F455FAE9D7CE}">
      <dsp:nvSpPr>
        <dsp:cNvPr id="0" name=""/>
        <dsp:cNvSpPr/>
      </dsp:nvSpPr>
      <dsp:spPr>
        <a:xfrm>
          <a:off x="0" y="1107633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BMI vs CVD risk score</a:t>
          </a:r>
        </a:p>
      </dsp:txBody>
      <dsp:txXfrm>
        <a:off x="0" y="1107633"/>
        <a:ext cx="5175384" cy="1106957"/>
      </dsp:txXfrm>
    </dsp:sp>
    <dsp:sp modelId="{E156D70A-2A26-4A90-A472-8B06A951C14D}">
      <dsp:nvSpPr>
        <dsp:cNvPr id="0" name=""/>
        <dsp:cNvSpPr/>
      </dsp:nvSpPr>
      <dsp:spPr>
        <a:xfrm>
          <a:off x="0" y="221459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73E545-54CE-4B6A-893C-B1B83F369556}">
      <dsp:nvSpPr>
        <dsp:cNvPr id="0" name=""/>
        <dsp:cNvSpPr/>
      </dsp:nvSpPr>
      <dsp:spPr>
        <a:xfrm>
          <a:off x="0" y="2214591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Histograms &amp; Boxplots</a:t>
          </a:r>
        </a:p>
      </dsp:txBody>
      <dsp:txXfrm>
        <a:off x="0" y="2214591"/>
        <a:ext cx="5175384" cy="1106957"/>
      </dsp:txXfrm>
    </dsp:sp>
    <dsp:sp modelId="{9D9B7BF0-6CF8-4F6A-942A-092AF92A682C}">
      <dsp:nvSpPr>
        <dsp:cNvPr id="0" name=""/>
        <dsp:cNvSpPr/>
      </dsp:nvSpPr>
      <dsp:spPr>
        <a:xfrm>
          <a:off x="0" y="332154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F064EA-8122-4125-B999-5CD3D7419953}">
      <dsp:nvSpPr>
        <dsp:cNvPr id="0" name=""/>
        <dsp:cNvSpPr/>
      </dsp:nvSpPr>
      <dsp:spPr>
        <a:xfrm>
          <a:off x="0" y="3321549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Correlation Heatmap</a:t>
          </a:r>
        </a:p>
      </dsp:txBody>
      <dsp:txXfrm>
        <a:off x="0" y="3321549"/>
        <a:ext cx="5175384" cy="1106957"/>
      </dsp:txXfrm>
    </dsp:sp>
    <dsp:sp modelId="{D424040B-F394-4C0F-9432-8313E7AA970A}">
      <dsp:nvSpPr>
        <dsp:cNvPr id="0" name=""/>
        <dsp:cNvSpPr/>
      </dsp:nvSpPr>
      <dsp:spPr>
        <a:xfrm>
          <a:off x="0" y="4428507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209423-87BF-4BC6-B3AB-F5D7560AFAF7}">
      <dsp:nvSpPr>
        <dsp:cNvPr id="0" name=""/>
        <dsp:cNvSpPr/>
      </dsp:nvSpPr>
      <dsp:spPr>
        <a:xfrm>
          <a:off x="0" y="4428507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Logistic Regression Model</a:t>
          </a:r>
        </a:p>
      </dsp:txBody>
      <dsp:txXfrm>
        <a:off x="0" y="4428507"/>
        <a:ext cx="5175384" cy="110695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A9C2FD-E410-4DF2-8A3D-E3280D105561}">
      <dsp:nvSpPr>
        <dsp:cNvPr id="0" name=""/>
        <dsp:cNvSpPr/>
      </dsp:nvSpPr>
      <dsp:spPr>
        <a:xfrm>
          <a:off x="0" y="15870"/>
          <a:ext cx="5175384" cy="1750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Logistic Regression Accuracy: 93%</a:t>
          </a:r>
        </a:p>
      </dsp:txBody>
      <dsp:txXfrm>
        <a:off x="85444" y="101314"/>
        <a:ext cx="5004496" cy="1579432"/>
      </dsp:txXfrm>
    </dsp:sp>
    <dsp:sp modelId="{57834C25-B9B8-483F-9140-570D160CC485}">
      <dsp:nvSpPr>
        <dsp:cNvPr id="0" name=""/>
        <dsp:cNvSpPr/>
      </dsp:nvSpPr>
      <dsp:spPr>
        <a:xfrm>
          <a:off x="0" y="1892910"/>
          <a:ext cx="5175384" cy="1750320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Key Risk Factors: BMI &amp; Systolic BP</a:t>
          </a:r>
        </a:p>
      </dsp:txBody>
      <dsp:txXfrm>
        <a:off x="85444" y="1978354"/>
        <a:ext cx="5004496" cy="1579432"/>
      </dsp:txXfrm>
    </dsp:sp>
    <dsp:sp modelId="{92B4AAE7-C7CD-42EB-A65D-F56D3F533F90}">
      <dsp:nvSpPr>
        <dsp:cNvPr id="0" name=""/>
        <dsp:cNvSpPr/>
      </dsp:nvSpPr>
      <dsp:spPr>
        <a:xfrm>
          <a:off x="0" y="3769950"/>
          <a:ext cx="5175384" cy="175032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Visual insights via Power BI dashboard</a:t>
          </a:r>
        </a:p>
      </dsp:txBody>
      <dsp:txXfrm>
        <a:off x="85444" y="3855394"/>
        <a:ext cx="5004496" cy="157943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EA1718-30F1-424C-AE27-0DDDF31CBFD2}">
      <dsp:nvSpPr>
        <dsp:cNvPr id="0" name=""/>
        <dsp:cNvSpPr/>
      </dsp:nvSpPr>
      <dsp:spPr>
        <a:xfrm>
          <a:off x="0" y="270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6BE322-7E12-4047-88C9-CFADD723B152}">
      <dsp:nvSpPr>
        <dsp:cNvPr id="0" name=""/>
        <dsp:cNvSpPr/>
      </dsp:nvSpPr>
      <dsp:spPr>
        <a:xfrm>
          <a:off x="0" y="2703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t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Patient Health Overview</a:t>
          </a:r>
        </a:p>
      </dsp:txBody>
      <dsp:txXfrm>
        <a:off x="0" y="2703"/>
        <a:ext cx="5175384" cy="1843578"/>
      </dsp:txXfrm>
    </dsp:sp>
    <dsp:sp modelId="{B18EAB57-3C35-43E9-A869-8773A0B550F9}">
      <dsp:nvSpPr>
        <dsp:cNvPr id="0" name=""/>
        <dsp:cNvSpPr/>
      </dsp:nvSpPr>
      <dsp:spPr>
        <a:xfrm>
          <a:off x="0" y="184628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BEE849-282E-4BB1-BB7E-BD750B9E2894}">
      <dsp:nvSpPr>
        <dsp:cNvPr id="0" name=""/>
        <dsp:cNvSpPr/>
      </dsp:nvSpPr>
      <dsp:spPr>
        <a:xfrm>
          <a:off x="0" y="1846281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t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Lifestyle &amp; Risk Factors</a:t>
          </a:r>
        </a:p>
      </dsp:txBody>
      <dsp:txXfrm>
        <a:off x="0" y="1846281"/>
        <a:ext cx="5175384" cy="1843578"/>
      </dsp:txXfrm>
    </dsp:sp>
    <dsp:sp modelId="{CBF0FDAB-F433-4745-A6F3-C22A9D366A6D}">
      <dsp:nvSpPr>
        <dsp:cNvPr id="0" name=""/>
        <dsp:cNvSpPr/>
      </dsp:nvSpPr>
      <dsp:spPr>
        <a:xfrm>
          <a:off x="0" y="368985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569977-0C93-4482-BA90-1FC30952D174}">
      <dsp:nvSpPr>
        <dsp:cNvPr id="0" name=""/>
        <dsp:cNvSpPr/>
      </dsp:nvSpPr>
      <dsp:spPr>
        <a:xfrm>
          <a:off x="0" y="3689859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t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Blood Pressure &amp; Cholesterol Insights</a:t>
          </a:r>
        </a:p>
      </dsp:txBody>
      <dsp:txXfrm>
        <a:off x="0" y="3689859"/>
        <a:ext cx="5175384" cy="184357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8125B6-56D9-46AC-9FE6-FD7564BD03A2}">
      <dsp:nvSpPr>
        <dsp:cNvPr id="0" name=""/>
        <dsp:cNvSpPr/>
      </dsp:nvSpPr>
      <dsp:spPr>
        <a:xfrm>
          <a:off x="0" y="270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74009C-04C7-4D08-828B-87F5AD0831DF}">
      <dsp:nvSpPr>
        <dsp:cNvPr id="0" name=""/>
        <dsp:cNvSpPr/>
      </dsp:nvSpPr>
      <dsp:spPr>
        <a:xfrm>
          <a:off x="0" y="2703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Complete data science pipeline implementation</a:t>
          </a:r>
        </a:p>
      </dsp:txBody>
      <dsp:txXfrm>
        <a:off x="0" y="2703"/>
        <a:ext cx="5175384" cy="1843578"/>
      </dsp:txXfrm>
    </dsp:sp>
    <dsp:sp modelId="{0D26004A-1719-4421-B07D-FBAC5C50F2AC}">
      <dsp:nvSpPr>
        <dsp:cNvPr id="0" name=""/>
        <dsp:cNvSpPr/>
      </dsp:nvSpPr>
      <dsp:spPr>
        <a:xfrm>
          <a:off x="0" y="184628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7F6561-33AE-4728-8C47-7D31CFC0E7AF}">
      <dsp:nvSpPr>
        <dsp:cNvPr id="0" name=""/>
        <dsp:cNvSpPr/>
      </dsp:nvSpPr>
      <dsp:spPr>
        <a:xfrm>
          <a:off x="0" y="1846281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Applied hypothesis testing effectively</a:t>
          </a:r>
        </a:p>
      </dsp:txBody>
      <dsp:txXfrm>
        <a:off x="0" y="1846281"/>
        <a:ext cx="5175384" cy="1843578"/>
      </dsp:txXfrm>
    </dsp:sp>
    <dsp:sp modelId="{43C80395-51F7-4FEF-8821-981EA9181B82}">
      <dsp:nvSpPr>
        <dsp:cNvPr id="0" name=""/>
        <dsp:cNvSpPr/>
      </dsp:nvSpPr>
      <dsp:spPr>
        <a:xfrm>
          <a:off x="0" y="368985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D66F88-54D3-40A1-B72E-A3108FBE38CF}">
      <dsp:nvSpPr>
        <dsp:cNvPr id="0" name=""/>
        <dsp:cNvSpPr/>
      </dsp:nvSpPr>
      <dsp:spPr>
        <a:xfrm>
          <a:off x="0" y="3689859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Enhanced storytelling via dashboards</a:t>
          </a:r>
        </a:p>
      </dsp:txBody>
      <dsp:txXfrm>
        <a:off x="0" y="3689859"/>
        <a:ext cx="5175384" cy="184357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C4E572-6E70-46B8-806F-5C2001540492}">
      <dsp:nvSpPr>
        <dsp:cNvPr id="0" name=""/>
        <dsp:cNvSpPr/>
      </dsp:nvSpPr>
      <dsp:spPr>
        <a:xfrm>
          <a:off x="0" y="270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4ED718-9204-4C7C-9246-AF8C512746F8}">
      <dsp:nvSpPr>
        <dsp:cNvPr id="0" name=""/>
        <dsp:cNvSpPr/>
      </dsp:nvSpPr>
      <dsp:spPr>
        <a:xfrm>
          <a:off x="0" y="2703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Early CVD detection is possible using data science techniques</a:t>
          </a:r>
        </a:p>
      </dsp:txBody>
      <dsp:txXfrm>
        <a:off x="0" y="2703"/>
        <a:ext cx="5175384" cy="1843578"/>
      </dsp:txXfrm>
    </dsp:sp>
    <dsp:sp modelId="{0AACB37D-1B89-4C7D-8C34-DDB48E06C2CC}">
      <dsp:nvSpPr>
        <dsp:cNvPr id="0" name=""/>
        <dsp:cNvSpPr/>
      </dsp:nvSpPr>
      <dsp:spPr>
        <a:xfrm>
          <a:off x="0" y="184628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7C37A1-B842-481F-BA69-C68ED52E8A83}">
      <dsp:nvSpPr>
        <dsp:cNvPr id="0" name=""/>
        <dsp:cNvSpPr/>
      </dsp:nvSpPr>
      <dsp:spPr>
        <a:xfrm>
          <a:off x="0" y="1846281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Predictive modeling aids preventive healthcare</a:t>
          </a:r>
        </a:p>
      </dsp:txBody>
      <dsp:txXfrm>
        <a:off x="0" y="1846281"/>
        <a:ext cx="5175384" cy="1843578"/>
      </dsp:txXfrm>
    </dsp:sp>
    <dsp:sp modelId="{392805D6-5A0F-45A9-940F-DAA921F0B185}">
      <dsp:nvSpPr>
        <dsp:cNvPr id="0" name=""/>
        <dsp:cNvSpPr/>
      </dsp:nvSpPr>
      <dsp:spPr>
        <a:xfrm>
          <a:off x="0" y="368985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106154-12D4-4919-A2C0-6561F3927708}">
      <dsp:nvSpPr>
        <dsp:cNvPr id="0" name=""/>
        <dsp:cNvSpPr/>
      </dsp:nvSpPr>
      <dsp:spPr>
        <a:xfrm>
          <a:off x="0" y="3689859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Power BI dashboards make results accessible to non-technical users</a:t>
          </a:r>
        </a:p>
      </dsp:txBody>
      <dsp:txXfrm>
        <a:off x="0" y="3689859"/>
        <a:ext cx="5175384" cy="184357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F47839-B136-4F39-9750-D1857F227CCE}">
      <dsp:nvSpPr>
        <dsp:cNvPr id="0" name=""/>
        <dsp:cNvSpPr/>
      </dsp:nvSpPr>
      <dsp:spPr>
        <a:xfrm>
          <a:off x="0" y="454440"/>
          <a:ext cx="5175384" cy="22545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Certificate of Completion from LPU Skill Development</a:t>
          </a:r>
        </a:p>
      </dsp:txBody>
      <dsp:txXfrm>
        <a:off x="110060" y="564500"/>
        <a:ext cx="4955264" cy="2034470"/>
      </dsp:txXfrm>
    </dsp:sp>
    <dsp:sp modelId="{08792BAA-70F1-4B61-8675-8901329D1571}">
      <dsp:nvSpPr>
        <dsp:cNvPr id="0" name=""/>
        <dsp:cNvSpPr/>
      </dsp:nvSpPr>
      <dsp:spPr>
        <a:xfrm>
          <a:off x="0" y="2827110"/>
          <a:ext cx="5175384" cy="225459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Recognition for hands-on data science project</a:t>
          </a:r>
        </a:p>
      </dsp:txBody>
      <dsp:txXfrm>
        <a:off x="110060" y="2937170"/>
        <a:ext cx="4955264" cy="20344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274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868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199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78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03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01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503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495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52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962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024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289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dirty="0">
                <a:solidFill>
                  <a:schemeClr val="accent2">
                    <a:lumMod val="75000"/>
                  </a:schemeClr>
                </a:solidFill>
              </a:rPr>
              <a:t>CVD Risk Factor Analysis and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290296"/>
            <a:ext cx="6858000" cy="1655762"/>
          </a:xfrm>
        </p:spPr>
        <p:txBody>
          <a:bodyPr/>
          <a:lstStyle/>
          <a:p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Summer Training Project</a:t>
            </a:r>
          </a:p>
          <a:p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Sitaram Manepalli | LPU |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4700" b="1" dirty="0">
                <a:solidFill>
                  <a:schemeClr val="accent2">
                    <a:lumMod val="75000"/>
                  </a:schemeClr>
                </a:solidFill>
              </a:rPr>
              <a:t>Aim of Project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9BC930-9102-0986-EDE2-B032F1D163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0219740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3" y="593815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4700" b="1" dirty="0">
                <a:solidFill>
                  <a:schemeClr val="accent2">
                    <a:lumMod val="75000"/>
                  </a:schemeClr>
                </a:solidFill>
              </a:rPr>
              <a:t>Training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994D2B-C76A-2390-2736-3294EFD0E6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13110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4700" b="1" dirty="0">
                <a:solidFill>
                  <a:schemeClr val="accent2">
                    <a:lumMod val="75000"/>
                  </a:schemeClr>
                </a:solidFill>
              </a:rPr>
              <a:t>Dataset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04EF28-7447-AE9D-DB30-F44A3A6F43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6306322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3300" b="1" dirty="0">
                <a:solidFill>
                  <a:schemeClr val="accent2">
                    <a:lumMod val="75000"/>
                  </a:schemeClr>
                </a:solidFill>
              </a:rPr>
              <a:t>Methodology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D4A746E-48C1-0DD8-3C34-2206C4EB93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3742619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1381"/>
            <a:ext cx="7884414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700" b="1" kern="1200" dirty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Project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4983276"/>
            <a:ext cx="7884414" cy="112668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Input (CSV) → Preprocessing (Python) → EDA → Modeling → Visualization (Power BI)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Tools &amp; Technologies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FF52A0A-6BA9-8705-5605-872EFDA2B7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5111879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161" y="639193"/>
            <a:ext cx="2678858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Code Snippets &amp; </a:t>
            </a:r>
            <a:r>
              <a:rPr lang="en-US" sz="40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Visualizatios</a:t>
            </a:r>
            <a:endParaRPr lang="en-US" sz="40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176C213-C9AE-2F2D-3664-7A5B5F6A39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3182051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32195A-6F1F-5640-B621-48BE0783A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394" y="1333972"/>
            <a:ext cx="3844413" cy="41534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CC9BA07-5A91-6476-CC4C-C967619F8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311" y="1208621"/>
            <a:ext cx="3962953" cy="408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523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C0EE80-BAED-175B-208C-DBE94BC40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62" y="1180707"/>
            <a:ext cx="8652186" cy="48178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B3A354-8833-D072-9887-23F2C0614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9973" y="616363"/>
            <a:ext cx="924054" cy="21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574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D9B37F-6957-8426-A362-E521D3ADA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29" y="445936"/>
            <a:ext cx="6973230" cy="5966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672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5BC786-25E3-125A-D4E5-C68DEF850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232" y="1766655"/>
            <a:ext cx="6525536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116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4700" b="1" dirty="0">
                <a:solidFill>
                  <a:schemeClr val="accent2">
                    <a:lumMod val="75000"/>
                  </a:schemeClr>
                </a:solidFill>
              </a:rPr>
              <a:t>Results &amp; Insights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B374D4-17E4-929B-C748-81C9E486EF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5830341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4300" b="1" dirty="0">
                <a:solidFill>
                  <a:schemeClr val="accent2">
                    <a:lumMod val="75000"/>
                  </a:schemeClr>
                </a:solidFill>
              </a:rPr>
              <a:t>Power BI Dashboard Snapshots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B0E2CEE-73A5-B85E-6DDF-B04A0C587E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4897714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78A461-C194-01F5-A248-D27FFF2EB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901" y="828224"/>
            <a:ext cx="8356198" cy="520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0718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C8EF93-336B-073F-FFBC-20B0A0BAC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95" y="1733323"/>
            <a:ext cx="8708287" cy="41886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A8B5E6-6433-04B9-E424-52C804955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995" y="936042"/>
            <a:ext cx="3343742" cy="190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0459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67B935-FF51-6D22-F2C6-44B89AAAA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97" y="973394"/>
            <a:ext cx="8257406" cy="469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524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700" b="1" dirty="0">
                <a:solidFill>
                  <a:schemeClr val="accent2">
                    <a:lumMod val="75000"/>
                  </a:schemeClr>
                </a:solidFill>
              </a:rP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US" dirty="0"/>
              <a:t>Handling missing values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Class imbalance (High-risk minority)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Ensuring unbiased imputation strategies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D953C8-4432-4D50-0192-2C0468E91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090" y="646009"/>
            <a:ext cx="3540701" cy="556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8415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31F802-D877-B7F9-FADA-15A74BA60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26" y="1180990"/>
            <a:ext cx="8155225" cy="470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442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4700" b="1" dirty="0">
                <a:solidFill>
                  <a:schemeClr val="accent2">
                    <a:lumMod val="75000"/>
                  </a:schemeClr>
                </a:solidFill>
              </a:rPr>
              <a:t>Learnings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4BD933-6D13-EB3D-920F-8F0D1746F3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0286032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4000" b="1" dirty="0">
                <a:solidFill>
                  <a:schemeClr val="accent2">
                    <a:lumMod val="75000"/>
                  </a:schemeClr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4AEA244-EAF7-59C1-F315-34C7B2B872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2101922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4000" b="1" dirty="0"/>
              <a:t>Certificates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3E369B1-499C-4E21-3579-32B64F0D35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5449905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CCC4D1-C671-BBD7-839C-8EB6C6CB0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810" y="504417"/>
            <a:ext cx="7554379" cy="584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1619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910125-C8FD-F00F-9928-255F17C66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346553"/>
            <a:ext cx="7600950" cy="4104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652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41</TotalTime>
  <Words>336</Words>
  <Application>Microsoft Office PowerPoint</Application>
  <PresentationFormat>On-screen Show (4:3)</PresentationFormat>
  <Paragraphs>60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2013 - 2022 Theme</vt:lpstr>
      <vt:lpstr>CVD Risk Factor Analysis and Prediction</vt:lpstr>
      <vt:lpstr>Aim of Project</vt:lpstr>
      <vt:lpstr>Training Overview</vt:lpstr>
      <vt:lpstr>Dataset</vt:lpstr>
      <vt:lpstr>Methodology</vt:lpstr>
      <vt:lpstr>Project Architecture</vt:lpstr>
      <vt:lpstr>Tools &amp; Technologies</vt:lpstr>
      <vt:lpstr>Code Snippets &amp; Visualizatios</vt:lpstr>
      <vt:lpstr>PowerPoint Presentation</vt:lpstr>
      <vt:lpstr>PowerPoint Presentation</vt:lpstr>
      <vt:lpstr>PowerPoint Presentation</vt:lpstr>
      <vt:lpstr>PowerPoint Presentation</vt:lpstr>
      <vt:lpstr>Results &amp; Insights</vt:lpstr>
      <vt:lpstr>Power BI Dashboard Snapshots</vt:lpstr>
      <vt:lpstr>PowerPoint Presentation</vt:lpstr>
      <vt:lpstr>PowerPoint Presentation</vt:lpstr>
      <vt:lpstr>PowerPoint Presentation</vt:lpstr>
      <vt:lpstr>Challenges Faced</vt:lpstr>
      <vt:lpstr>PowerPoint Presentation</vt:lpstr>
      <vt:lpstr>PowerPoint Presentation</vt:lpstr>
      <vt:lpstr>Learnings</vt:lpstr>
      <vt:lpstr>Conclusion</vt:lpstr>
      <vt:lpstr>Certificates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Sitsram</cp:lastModifiedBy>
  <cp:revision>5</cp:revision>
  <dcterms:created xsi:type="dcterms:W3CDTF">2013-01-27T09:14:16Z</dcterms:created>
  <dcterms:modified xsi:type="dcterms:W3CDTF">2025-10-02T07:31:24Z</dcterms:modified>
  <cp:category/>
</cp:coreProperties>
</file>